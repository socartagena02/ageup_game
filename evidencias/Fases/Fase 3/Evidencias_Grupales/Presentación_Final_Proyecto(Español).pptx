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cade Gamer" panose="020B0604020202020204" charset="0"/>
      <p:regular r:id="rId19"/>
    </p:embeddedFont>
    <p:embeddedFont>
      <p:font typeface="Game Station Condensed" panose="020B0604020202020204" charset="0"/>
      <p:regular r:id="rId20"/>
    </p:embeddedFont>
    <p:embeddedFont>
      <p:font typeface="League Spartan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EB5238-CF96-40F2-AA62-F010CC955201}" v="28" dt="2025-11-25T20:46:12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paz cartagena castro" userId="66ebe971d739352b" providerId="LiveId" clId="{4ECB9EF4-457B-4E05-A081-887402026DE1}"/>
    <pc:docChg chg="undo custSel modSld">
      <pc:chgData name="sofia paz cartagena castro" userId="66ebe971d739352b" providerId="LiveId" clId="{4ECB9EF4-457B-4E05-A081-887402026DE1}" dt="2025-11-25T20:46:12.358" v="70"/>
      <pc:docMkLst>
        <pc:docMk/>
      </pc:docMkLst>
      <pc:sldChg chg="modSp mod">
        <pc:chgData name="sofia paz cartagena castro" userId="66ebe971d739352b" providerId="LiveId" clId="{4ECB9EF4-457B-4E05-A081-887402026DE1}" dt="2025-11-25T20:39:39.508" v="6" actId="207"/>
        <pc:sldMkLst>
          <pc:docMk/>
          <pc:sldMk cId="0" sldId="256"/>
        </pc:sldMkLst>
        <pc:spChg chg="mod">
          <ac:chgData name="sofia paz cartagena castro" userId="66ebe971d739352b" providerId="LiveId" clId="{4ECB9EF4-457B-4E05-A081-887402026DE1}" dt="2025-11-25T20:39:12.350" v="2" actId="115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0:39:35.325" v="5" actId="20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0:39:39.508" v="6" actId="20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0:39:35.325" v="5" actId="207"/>
          <ac:spMkLst>
            <pc:docMk/>
            <pc:sldMk cId="0" sldId="256"/>
            <ac:spMk id="19" creationId="{00000000-0000-0000-0000-000000000000}"/>
          </ac:spMkLst>
        </pc:spChg>
        <pc:grpChg chg="mod">
          <ac:chgData name="sofia paz cartagena castro" userId="66ebe971d739352b" providerId="LiveId" clId="{4ECB9EF4-457B-4E05-A081-887402026DE1}" dt="2025-11-25T20:39:29.717" v="4" actId="1076"/>
          <ac:grpSpMkLst>
            <pc:docMk/>
            <pc:sldMk cId="0" sldId="256"/>
            <ac:grpSpMk id="7" creationId="{00000000-0000-0000-0000-000000000000}"/>
          </ac:grpSpMkLst>
        </pc:grpChg>
      </pc:sldChg>
      <pc:sldChg chg="modSp mod">
        <pc:chgData name="sofia paz cartagena castro" userId="66ebe971d739352b" providerId="LiveId" clId="{4ECB9EF4-457B-4E05-A081-887402026DE1}" dt="2025-11-25T20:43:02.974" v="18" actId="1076"/>
        <pc:sldMkLst>
          <pc:docMk/>
          <pc:sldMk cId="0" sldId="257"/>
        </pc:sldMkLst>
        <pc:spChg chg="mod">
          <ac:chgData name="sofia paz cartagena castro" userId="66ebe971d739352b" providerId="LiveId" clId="{4ECB9EF4-457B-4E05-A081-887402026DE1}" dt="2025-11-25T20:39:53.414" v="14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0:39:58.593" v="16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0:43:02.974" v="18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0:39:48.037" v="10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0:39:53.414" v="14" actId="207"/>
          <ac:spMkLst>
            <pc:docMk/>
            <pc:sldMk cId="0" sldId="257"/>
            <ac:spMk id="12" creationId="{00000000-0000-0000-0000-000000000000}"/>
          </ac:spMkLst>
        </pc:spChg>
      </pc:sldChg>
      <pc:sldChg chg="addSp delSp modSp mod">
        <pc:chgData name="sofia paz cartagena castro" userId="66ebe971d739352b" providerId="LiveId" clId="{4ECB9EF4-457B-4E05-A081-887402026DE1}" dt="2025-11-25T20:43:34.591" v="21"/>
        <pc:sldMkLst>
          <pc:docMk/>
          <pc:sldMk cId="0" sldId="258"/>
        </pc:sldMkLst>
        <pc:spChg chg="del">
          <ac:chgData name="sofia paz cartagena castro" userId="66ebe971d739352b" providerId="LiveId" clId="{4ECB9EF4-457B-4E05-A081-887402026DE1}" dt="2025-11-25T20:43:18.022" v="19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3:18.022" v="19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3:18.022" v="19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3:18.022" v="19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3:18.640" v="20"/>
          <ac:spMkLst>
            <pc:docMk/>
            <pc:sldMk cId="0" sldId="258"/>
            <ac:spMk id="14" creationId="{44412608-801F-DA7C-0DC2-96B998BF4B67}"/>
          </ac:spMkLst>
        </pc:spChg>
        <pc:spChg chg="add mod">
          <ac:chgData name="sofia paz cartagena castro" userId="66ebe971d739352b" providerId="LiveId" clId="{4ECB9EF4-457B-4E05-A081-887402026DE1}" dt="2025-11-25T20:43:18.640" v="20"/>
          <ac:spMkLst>
            <pc:docMk/>
            <pc:sldMk cId="0" sldId="258"/>
            <ac:spMk id="15" creationId="{77D1D341-9692-6635-DC9A-64D48E30FF4A}"/>
          </ac:spMkLst>
        </pc:spChg>
        <pc:spChg chg="add mod">
          <ac:chgData name="sofia paz cartagena castro" userId="66ebe971d739352b" providerId="LiveId" clId="{4ECB9EF4-457B-4E05-A081-887402026DE1}" dt="2025-11-25T20:43:18.640" v="20"/>
          <ac:spMkLst>
            <pc:docMk/>
            <pc:sldMk cId="0" sldId="258"/>
            <ac:spMk id="16" creationId="{A2ACB028-8B38-83EE-8215-2BF3CF97F1D2}"/>
          </ac:spMkLst>
        </pc:spChg>
        <pc:spChg chg="add mod">
          <ac:chgData name="sofia paz cartagena castro" userId="66ebe971d739352b" providerId="LiveId" clId="{4ECB9EF4-457B-4E05-A081-887402026DE1}" dt="2025-11-25T20:43:34.591" v="21"/>
          <ac:spMkLst>
            <pc:docMk/>
            <pc:sldMk cId="0" sldId="258"/>
            <ac:spMk id="17" creationId="{968F8E6A-1F50-C1B5-39F8-70E1B23CCE57}"/>
          </ac:spMkLst>
        </pc:spChg>
      </pc:sldChg>
      <pc:sldChg chg="addSp delSp modSp mod">
        <pc:chgData name="sofia paz cartagena castro" userId="66ebe971d739352b" providerId="LiveId" clId="{4ECB9EF4-457B-4E05-A081-887402026DE1}" dt="2025-11-25T20:43:47.289" v="23"/>
        <pc:sldMkLst>
          <pc:docMk/>
          <pc:sldMk cId="0" sldId="259"/>
        </pc:sldMkLst>
        <pc:spChg chg="del">
          <ac:chgData name="sofia paz cartagena castro" userId="66ebe971d739352b" providerId="LiveId" clId="{4ECB9EF4-457B-4E05-A081-887402026DE1}" dt="2025-11-25T20:43:46.859" v="22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3:46.859" v="22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3:46.859" v="22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3:46.859" v="22" actId="478"/>
          <ac:spMkLst>
            <pc:docMk/>
            <pc:sldMk cId="0" sldId="259"/>
            <ac:spMk id="13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3:47.289" v="23"/>
          <ac:spMkLst>
            <pc:docMk/>
            <pc:sldMk cId="0" sldId="259"/>
            <ac:spMk id="15" creationId="{0860557B-6231-FC0A-CBC0-DA7E41195C43}"/>
          </ac:spMkLst>
        </pc:spChg>
        <pc:spChg chg="add mod">
          <ac:chgData name="sofia paz cartagena castro" userId="66ebe971d739352b" providerId="LiveId" clId="{4ECB9EF4-457B-4E05-A081-887402026DE1}" dt="2025-11-25T20:43:47.289" v="23"/>
          <ac:spMkLst>
            <pc:docMk/>
            <pc:sldMk cId="0" sldId="259"/>
            <ac:spMk id="16" creationId="{855B0563-C6BC-687C-846A-FADFC3634713}"/>
          </ac:spMkLst>
        </pc:spChg>
        <pc:spChg chg="add mod">
          <ac:chgData name="sofia paz cartagena castro" userId="66ebe971d739352b" providerId="LiveId" clId="{4ECB9EF4-457B-4E05-A081-887402026DE1}" dt="2025-11-25T20:43:47.289" v="23"/>
          <ac:spMkLst>
            <pc:docMk/>
            <pc:sldMk cId="0" sldId="259"/>
            <ac:spMk id="17" creationId="{2F17E308-4B80-B8A1-A3C3-E7C29B5CFFBE}"/>
          </ac:spMkLst>
        </pc:spChg>
        <pc:spChg chg="add mod">
          <ac:chgData name="sofia paz cartagena castro" userId="66ebe971d739352b" providerId="LiveId" clId="{4ECB9EF4-457B-4E05-A081-887402026DE1}" dt="2025-11-25T20:43:47.289" v="23"/>
          <ac:spMkLst>
            <pc:docMk/>
            <pc:sldMk cId="0" sldId="259"/>
            <ac:spMk id="18" creationId="{C2D6C3EE-7ABD-9A6B-5A97-598F1AAB4495}"/>
          </ac:spMkLst>
        </pc:spChg>
      </pc:sldChg>
      <pc:sldChg chg="addSp delSp modSp mod">
        <pc:chgData name="sofia paz cartagena castro" userId="66ebe971d739352b" providerId="LiveId" clId="{4ECB9EF4-457B-4E05-A081-887402026DE1}" dt="2025-11-25T20:43:54.157" v="25"/>
        <pc:sldMkLst>
          <pc:docMk/>
          <pc:sldMk cId="0" sldId="260"/>
        </pc:sldMkLst>
        <pc:spChg chg="del">
          <ac:chgData name="sofia paz cartagena castro" userId="66ebe971d739352b" providerId="LiveId" clId="{4ECB9EF4-457B-4E05-A081-887402026DE1}" dt="2025-11-25T20:43:53.663" v="24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3:53.663" v="24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3:53.663" v="24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3:53.663" v="24" actId="478"/>
          <ac:spMkLst>
            <pc:docMk/>
            <pc:sldMk cId="0" sldId="260"/>
            <ac:spMk id="13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3:54.157" v="25"/>
          <ac:spMkLst>
            <pc:docMk/>
            <pc:sldMk cId="0" sldId="260"/>
            <ac:spMk id="14" creationId="{4286971A-AAB6-7C64-6977-1C6B77966469}"/>
          </ac:spMkLst>
        </pc:spChg>
        <pc:spChg chg="add mod">
          <ac:chgData name="sofia paz cartagena castro" userId="66ebe971d739352b" providerId="LiveId" clId="{4ECB9EF4-457B-4E05-A081-887402026DE1}" dt="2025-11-25T20:43:54.157" v="25"/>
          <ac:spMkLst>
            <pc:docMk/>
            <pc:sldMk cId="0" sldId="260"/>
            <ac:spMk id="15" creationId="{43C04F1E-22FF-5238-36E5-BE5AC026EFCD}"/>
          </ac:spMkLst>
        </pc:spChg>
        <pc:spChg chg="add mod">
          <ac:chgData name="sofia paz cartagena castro" userId="66ebe971d739352b" providerId="LiveId" clId="{4ECB9EF4-457B-4E05-A081-887402026DE1}" dt="2025-11-25T20:43:54.157" v="25"/>
          <ac:spMkLst>
            <pc:docMk/>
            <pc:sldMk cId="0" sldId="260"/>
            <ac:spMk id="16" creationId="{9095BB34-3A4D-2046-9319-F888A1D9362A}"/>
          </ac:spMkLst>
        </pc:spChg>
        <pc:spChg chg="add mod">
          <ac:chgData name="sofia paz cartagena castro" userId="66ebe971d739352b" providerId="LiveId" clId="{4ECB9EF4-457B-4E05-A081-887402026DE1}" dt="2025-11-25T20:43:54.157" v="25"/>
          <ac:spMkLst>
            <pc:docMk/>
            <pc:sldMk cId="0" sldId="260"/>
            <ac:spMk id="17" creationId="{D380DACC-0951-CC83-DD70-7947F36FB22C}"/>
          </ac:spMkLst>
        </pc:spChg>
      </pc:sldChg>
      <pc:sldChg chg="addSp delSp modSp mod">
        <pc:chgData name="sofia paz cartagena castro" userId="66ebe971d739352b" providerId="LiveId" clId="{4ECB9EF4-457B-4E05-A081-887402026DE1}" dt="2025-11-25T20:44:09.608" v="28"/>
        <pc:sldMkLst>
          <pc:docMk/>
          <pc:sldMk cId="0" sldId="261"/>
        </pc:sldMkLst>
        <pc:spChg chg="del">
          <ac:chgData name="sofia paz cartagena castro" userId="66ebe971d739352b" providerId="LiveId" clId="{4ECB9EF4-457B-4E05-A081-887402026DE1}" dt="2025-11-25T20:44:09.036" v="27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09.036" v="27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09.036" v="27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09.036" v="27" actId="478"/>
          <ac:spMkLst>
            <pc:docMk/>
            <pc:sldMk cId="0" sldId="261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4:00.858" v="26"/>
          <ac:spMkLst>
            <pc:docMk/>
            <pc:sldMk cId="0" sldId="261"/>
            <ac:spMk id="13" creationId="{60C3F113-DA78-DB49-5349-D6133A13F2AF}"/>
          </ac:spMkLst>
        </pc:spChg>
        <pc:spChg chg="add mod">
          <ac:chgData name="sofia paz cartagena castro" userId="66ebe971d739352b" providerId="LiveId" clId="{4ECB9EF4-457B-4E05-A081-887402026DE1}" dt="2025-11-25T20:44:00.858" v="26"/>
          <ac:spMkLst>
            <pc:docMk/>
            <pc:sldMk cId="0" sldId="261"/>
            <ac:spMk id="14" creationId="{8CDCAFFE-F075-CBF3-F4D8-43517785A67B}"/>
          </ac:spMkLst>
        </pc:spChg>
        <pc:spChg chg="add mod">
          <ac:chgData name="sofia paz cartagena castro" userId="66ebe971d739352b" providerId="LiveId" clId="{4ECB9EF4-457B-4E05-A081-887402026DE1}" dt="2025-11-25T20:44:00.858" v="26"/>
          <ac:spMkLst>
            <pc:docMk/>
            <pc:sldMk cId="0" sldId="261"/>
            <ac:spMk id="15" creationId="{9769DF92-550B-8EA2-81A5-A7C89D3B50B5}"/>
          </ac:spMkLst>
        </pc:spChg>
        <pc:spChg chg="add mod">
          <ac:chgData name="sofia paz cartagena castro" userId="66ebe971d739352b" providerId="LiveId" clId="{4ECB9EF4-457B-4E05-A081-887402026DE1}" dt="2025-11-25T20:44:00.858" v="26"/>
          <ac:spMkLst>
            <pc:docMk/>
            <pc:sldMk cId="0" sldId="261"/>
            <ac:spMk id="16" creationId="{FA0E7E9E-FD15-A184-CB3B-4DDC6D616E70}"/>
          </ac:spMkLst>
        </pc:spChg>
        <pc:spChg chg="add mod">
          <ac:chgData name="sofia paz cartagena castro" userId="66ebe971d739352b" providerId="LiveId" clId="{4ECB9EF4-457B-4E05-A081-887402026DE1}" dt="2025-11-25T20:44:09.608" v="28"/>
          <ac:spMkLst>
            <pc:docMk/>
            <pc:sldMk cId="0" sldId="261"/>
            <ac:spMk id="17" creationId="{2CCE9AAA-B1F3-7A74-2EB7-2D6857E6A165}"/>
          </ac:spMkLst>
        </pc:spChg>
        <pc:spChg chg="add mod">
          <ac:chgData name="sofia paz cartagena castro" userId="66ebe971d739352b" providerId="LiveId" clId="{4ECB9EF4-457B-4E05-A081-887402026DE1}" dt="2025-11-25T20:44:09.608" v="28"/>
          <ac:spMkLst>
            <pc:docMk/>
            <pc:sldMk cId="0" sldId="261"/>
            <ac:spMk id="18" creationId="{F82014D4-6E5E-0591-3F19-BAC08BEE5DE4}"/>
          </ac:spMkLst>
        </pc:spChg>
        <pc:spChg chg="add mod">
          <ac:chgData name="sofia paz cartagena castro" userId="66ebe971d739352b" providerId="LiveId" clId="{4ECB9EF4-457B-4E05-A081-887402026DE1}" dt="2025-11-25T20:44:09.608" v="28"/>
          <ac:spMkLst>
            <pc:docMk/>
            <pc:sldMk cId="0" sldId="261"/>
            <ac:spMk id="19" creationId="{9C50D410-939C-32C9-D320-C813B6FA2B51}"/>
          </ac:spMkLst>
        </pc:spChg>
        <pc:spChg chg="add mod">
          <ac:chgData name="sofia paz cartagena castro" userId="66ebe971d739352b" providerId="LiveId" clId="{4ECB9EF4-457B-4E05-A081-887402026DE1}" dt="2025-11-25T20:44:09.608" v="28"/>
          <ac:spMkLst>
            <pc:docMk/>
            <pc:sldMk cId="0" sldId="261"/>
            <ac:spMk id="20" creationId="{AEC8B332-94F3-9FB5-95E3-7D129C6A16E3}"/>
          </ac:spMkLst>
        </pc:spChg>
      </pc:sldChg>
      <pc:sldChg chg="addSp delSp modSp mod">
        <pc:chgData name="sofia paz cartagena castro" userId="66ebe971d739352b" providerId="LiveId" clId="{4ECB9EF4-457B-4E05-A081-887402026DE1}" dt="2025-11-25T20:44:18.351" v="33"/>
        <pc:sldMkLst>
          <pc:docMk/>
          <pc:sldMk cId="0" sldId="262"/>
        </pc:sldMkLst>
        <pc:spChg chg="del">
          <ac:chgData name="sofia paz cartagena castro" userId="66ebe971d739352b" providerId="LiveId" clId="{4ECB9EF4-457B-4E05-A081-887402026DE1}" dt="2025-11-25T20:44:17.870" v="32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17.870" v="32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17.870" v="32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17.870" v="32" actId="478"/>
          <ac:spMkLst>
            <pc:docMk/>
            <pc:sldMk cId="0" sldId="262"/>
            <ac:spMk id="11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4:13.411" v="30" actId="571"/>
          <ac:spMkLst>
            <pc:docMk/>
            <pc:sldMk cId="0" sldId="262"/>
            <ac:spMk id="14" creationId="{84208682-020F-FB63-0521-9AA853F00FBA}"/>
          </ac:spMkLst>
        </pc:spChg>
        <pc:spChg chg="add mod">
          <ac:chgData name="sofia paz cartagena castro" userId="66ebe971d739352b" providerId="LiveId" clId="{4ECB9EF4-457B-4E05-A081-887402026DE1}" dt="2025-11-25T20:44:15.818" v="31"/>
          <ac:spMkLst>
            <pc:docMk/>
            <pc:sldMk cId="0" sldId="262"/>
            <ac:spMk id="15" creationId="{E52D6164-1F24-F8E6-01B0-EF731DC4C143}"/>
          </ac:spMkLst>
        </pc:spChg>
        <pc:spChg chg="add mod">
          <ac:chgData name="sofia paz cartagena castro" userId="66ebe971d739352b" providerId="LiveId" clId="{4ECB9EF4-457B-4E05-A081-887402026DE1}" dt="2025-11-25T20:44:15.818" v="31"/>
          <ac:spMkLst>
            <pc:docMk/>
            <pc:sldMk cId="0" sldId="262"/>
            <ac:spMk id="16" creationId="{74A156B5-A53E-2267-5583-70DC1C78DACC}"/>
          </ac:spMkLst>
        </pc:spChg>
        <pc:spChg chg="add mod">
          <ac:chgData name="sofia paz cartagena castro" userId="66ebe971d739352b" providerId="LiveId" clId="{4ECB9EF4-457B-4E05-A081-887402026DE1}" dt="2025-11-25T20:44:15.818" v="31"/>
          <ac:spMkLst>
            <pc:docMk/>
            <pc:sldMk cId="0" sldId="262"/>
            <ac:spMk id="17" creationId="{9AF70AA9-8C28-F636-DD26-C0E250FC2736}"/>
          </ac:spMkLst>
        </pc:spChg>
        <pc:spChg chg="add mod">
          <ac:chgData name="sofia paz cartagena castro" userId="66ebe971d739352b" providerId="LiveId" clId="{4ECB9EF4-457B-4E05-A081-887402026DE1}" dt="2025-11-25T20:44:15.818" v="31"/>
          <ac:spMkLst>
            <pc:docMk/>
            <pc:sldMk cId="0" sldId="262"/>
            <ac:spMk id="18" creationId="{C1BD4F38-C96E-BC06-0F59-125FA38C5840}"/>
          </ac:spMkLst>
        </pc:spChg>
        <pc:spChg chg="add mod">
          <ac:chgData name="sofia paz cartagena castro" userId="66ebe971d739352b" providerId="LiveId" clId="{4ECB9EF4-457B-4E05-A081-887402026DE1}" dt="2025-11-25T20:44:18.351" v="33"/>
          <ac:spMkLst>
            <pc:docMk/>
            <pc:sldMk cId="0" sldId="262"/>
            <ac:spMk id="19" creationId="{CA08B4DB-8A54-F125-788D-DB61A465572C}"/>
          </ac:spMkLst>
        </pc:spChg>
        <pc:spChg chg="add mod">
          <ac:chgData name="sofia paz cartagena castro" userId="66ebe971d739352b" providerId="LiveId" clId="{4ECB9EF4-457B-4E05-A081-887402026DE1}" dt="2025-11-25T20:44:18.351" v="33"/>
          <ac:spMkLst>
            <pc:docMk/>
            <pc:sldMk cId="0" sldId="262"/>
            <ac:spMk id="20" creationId="{ADF09E24-0B3D-ECE7-5781-035718752BDB}"/>
          </ac:spMkLst>
        </pc:spChg>
        <pc:spChg chg="add mod">
          <ac:chgData name="sofia paz cartagena castro" userId="66ebe971d739352b" providerId="LiveId" clId="{4ECB9EF4-457B-4E05-A081-887402026DE1}" dt="2025-11-25T20:44:18.351" v="33"/>
          <ac:spMkLst>
            <pc:docMk/>
            <pc:sldMk cId="0" sldId="262"/>
            <ac:spMk id="21" creationId="{4675751A-2413-C0B0-7C57-A272911BD3C0}"/>
          </ac:spMkLst>
        </pc:spChg>
        <pc:spChg chg="add mod">
          <ac:chgData name="sofia paz cartagena castro" userId="66ebe971d739352b" providerId="LiveId" clId="{4ECB9EF4-457B-4E05-A081-887402026DE1}" dt="2025-11-25T20:44:18.351" v="33"/>
          <ac:spMkLst>
            <pc:docMk/>
            <pc:sldMk cId="0" sldId="262"/>
            <ac:spMk id="22" creationId="{C0DAC2A6-5545-5415-7655-8F782C27A204}"/>
          </ac:spMkLst>
        </pc:spChg>
      </pc:sldChg>
      <pc:sldChg chg="addSp modSp">
        <pc:chgData name="sofia paz cartagena castro" userId="66ebe971d739352b" providerId="LiveId" clId="{4ECB9EF4-457B-4E05-A081-887402026DE1}" dt="2025-11-25T20:44:22.388" v="34"/>
        <pc:sldMkLst>
          <pc:docMk/>
          <pc:sldMk cId="0" sldId="263"/>
        </pc:sldMkLst>
        <pc:spChg chg="add mod">
          <ac:chgData name="sofia paz cartagena castro" userId="66ebe971d739352b" providerId="LiveId" clId="{4ECB9EF4-457B-4E05-A081-887402026DE1}" dt="2025-11-25T20:44:22.388" v="34"/>
          <ac:spMkLst>
            <pc:docMk/>
            <pc:sldMk cId="0" sldId="263"/>
            <ac:spMk id="22" creationId="{B581E47B-7384-E78C-8740-148A227B7C8F}"/>
          </ac:spMkLst>
        </pc:spChg>
        <pc:spChg chg="add mod">
          <ac:chgData name="sofia paz cartagena castro" userId="66ebe971d739352b" providerId="LiveId" clId="{4ECB9EF4-457B-4E05-A081-887402026DE1}" dt="2025-11-25T20:44:22.388" v="34"/>
          <ac:spMkLst>
            <pc:docMk/>
            <pc:sldMk cId="0" sldId="263"/>
            <ac:spMk id="23" creationId="{E23771C9-DBBF-25B1-845F-124AD203449B}"/>
          </ac:spMkLst>
        </pc:spChg>
        <pc:spChg chg="add mod">
          <ac:chgData name="sofia paz cartagena castro" userId="66ebe971d739352b" providerId="LiveId" clId="{4ECB9EF4-457B-4E05-A081-887402026DE1}" dt="2025-11-25T20:44:22.388" v="34"/>
          <ac:spMkLst>
            <pc:docMk/>
            <pc:sldMk cId="0" sldId="263"/>
            <ac:spMk id="24" creationId="{F94518D6-D5F1-91FA-CEBE-728BA66F3C1F}"/>
          </ac:spMkLst>
        </pc:spChg>
        <pc:spChg chg="add mod">
          <ac:chgData name="sofia paz cartagena castro" userId="66ebe971d739352b" providerId="LiveId" clId="{4ECB9EF4-457B-4E05-A081-887402026DE1}" dt="2025-11-25T20:44:22.388" v="34"/>
          <ac:spMkLst>
            <pc:docMk/>
            <pc:sldMk cId="0" sldId="263"/>
            <ac:spMk id="25" creationId="{AD51D7FB-8644-D482-D33E-00F3F3D5FCE8}"/>
          </ac:spMkLst>
        </pc:spChg>
      </pc:sldChg>
      <pc:sldChg chg="addSp delSp modSp mod">
        <pc:chgData name="sofia paz cartagena castro" userId="66ebe971d739352b" providerId="LiveId" clId="{4ECB9EF4-457B-4E05-A081-887402026DE1}" dt="2025-11-25T20:44:32.003" v="38"/>
        <pc:sldMkLst>
          <pc:docMk/>
          <pc:sldMk cId="0" sldId="264"/>
        </pc:sldMkLst>
        <pc:spChg chg="del">
          <ac:chgData name="sofia paz cartagena castro" userId="66ebe971d739352b" providerId="LiveId" clId="{4ECB9EF4-457B-4E05-A081-887402026DE1}" dt="2025-11-25T20:44:31.285" v="37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31.285" v="37" actId="478"/>
          <ac:spMkLst>
            <pc:docMk/>
            <pc:sldMk cId="0" sldId="264"/>
            <ac:spMk id="13" creationId="{00000000-0000-0000-0000-000000000000}"/>
          </ac:spMkLst>
        </pc:spChg>
        <pc:spChg chg="del mod">
          <ac:chgData name="sofia paz cartagena castro" userId="66ebe971d739352b" providerId="LiveId" clId="{4ECB9EF4-457B-4E05-A081-887402026DE1}" dt="2025-11-25T20:44:31.285" v="37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31.285" v="37" actId="478"/>
          <ac:spMkLst>
            <pc:docMk/>
            <pc:sldMk cId="0" sldId="264"/>
            <ac:spMk id="15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4:32.003" v="38"/>
          <ac:spMkLst>
            <pc:docMk/>
            <pc:sldMk cId="0" sldId="264"/>
            <ac:spMk id="20" creationId="{0A64B410-673B-9873-395F-F97B0D6005A1}"/>
          </ac:spMkLst>
        </pc:spChg>
        <pc:spChg chg="add mod">
          <ac:chgData name="sofia paz cartagena castro" userId="66ebe971d739352b" providerId="LiveId" clId="{4ECB9EF4-457B-4E05-A081-887402026DE1}" dt="2025-11-25T20:44:32.003" v="38"/>
          <ac:spMkLst>
            <pc:docMk/>
            <pc:sldMk cId="0" sldId="264"/>
            <ac:spMk id="21" creationId="{A76010A7-D181-585E-6E11-86786F8A6ACF}"/>
          </ac:spMkLst>
        </pc:spChg>
        <pc:spChg chg="add mod">
          <ac:chgData name="sofia paz cartagena castro" userId="66ebe971d739352b" providerId="LiveId" clId="{4ECB9EF4-457B-4E05-A081-887402026DE1}" dt="2025-11-25T20:44:32.003" v="38"/>
          <ac:spMkLst>
            <pc:docMk/>
            <pc:sldMk cId="0" sldId="264"/>
            <ac:spMk id="22" creationId="{AF6EA520-EAC1-3B26-1562-236036026FD4}"/>
          </ac:spMkLst>
        </pc:spChg>
        <pc:spChg chg="add mod">
          <ac:chgData name="sofia paz cartagena castro" userId="66ebe971d739352b" providerId="LiveId" clId="{4ECB9EF4-457B-4E05-A081-887402026DE1}" dt="2025-11-25T20:44:32.003" v="38"/>
          <ac:spMkLst>
            <pc:docMk/>
            <pc:sldMk cId="0" sldId="264"/>
            <ac:spMk id="23" creationId="{7BBCE98B-042E-07A2-67EC-DF67811A6154}"/>
          </ac:spMkLst>
        </pc:spChg>
      </pc:sldChg>
      <pc:sldChg chg="addSp delSp modSp mod">
        <pc:chgData name="sofia paz cartagena castro" userId="66ebe971d739352b" providerId="LiveId" clId="{4ECB9EF4-457B-4E05-A081-887402026DE1}" dt="2025-11-25T20:44:44.539" v="43"/>
        <pc:sldMkLst>
          <pc:docMk/>
          <pc:sldMk cId="0" sldId="265"/>
        </pc:sldMkLst>
        <pc:spChg chg="del">
          <ac:chgData name="sofia paz cartagena castro" userId="66ebe971d739352b" providerId="LiveId" clId="{4ECB9EF4-457B-4E05-A081-887402026DE1}" dt="2025-11-25T20:44:44.081" v="42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44.081" v="42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44.081" v="42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44.081" v="42" actId="478"/>
          <ac:spMkLst>
            <pc:docMk/>
            <pc:sldMk cId="0" sldId="265"/>
            <ac:spMk id="24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4:42.692" v="41" actId="1076"/>
          <ac:spMkLst>
            <pc:docMk/>
            <pc:sldMk cId="0" sldId="265"/>
            <ac:spMk id="25" creationId="{F8DA43B5-3EB8-7D83-8318-CC498FD45D75}"/>
          </ac:spMkLst>
        </pc:spChg>
        <pc:spChg chg="add mod">
          <ac:chgData name="sofia paz cartagena castro" userId="66ebe971d739352b" providerId="LiveId" clId="{4ECB9EF4-457B-4E05-A081-887402026DE1}" dt="2025-11-25T20:44:42.692" v="41" actId="1076"/>
          <ac:spMkLst>
            <pc:docMk/>
            <pc:sldMk cId="0" sldId="265"/>
            <ac:spMk id="26" creationId="{C76FA620-79E9-4408-4581-BD60B89DE9BB}"/>
          </ac:spMkLst>
        </pc:spChg>
        <pc:spChg chg="add mod">
          <ac:chgData name="sofia paz cartagena castro" userId="66ebe971d739352b" providerId="LiveId" clId="{4ECB9EF4-457B-4E05-A081-887402026DE1}" dt="2025-11-25T20:44:42.692" v="41" actId="1076"/>
          <ac:spMkLst>
            <pc:docMk/>
            <pc:sldMk cId="0" sldId="265"/>
            <ac:spMk id="27" creationId="{EAD9010D-D65D-5A01-BE51-61B4FD2C0062}"/>
          </ac:spMkLst>
        </pc:spChg>
        <pc:spChg chg="add mod">
          <ac:chgData name="sofia paz cartagena castro" userId="66ebe971d739352b" providerId="LiveId" clId="{4ECB9EF4-457B-4E05-A081-887402026DE1}" dt="2025-11-25T20:44:42.692" v="41" actId="1076"/>
          <ac:spMkLst>
            <pc:docMk/>
            <pc:sldMk cId="0" sldId="265"/>
            <ac:spMk id="28" creationId="{791D2B5C-0344-B4F5-8E44-C8C7E79BBDD7}"/>
          </ac:spMkLst>
        </pc:spChg>
        <pc:spChg chg="add mod">
          <ac:chgData name="sofia paz cartagena castro" userId="66ebe971d739352b" providerId="LiveId" clId="{4ECB9EF4-457B-4E05-A081-887402026DE1}" dt="2025-11-25T20:44:44.539" v="43"/>
          <ac:spMkLst>
            <pc:docMk/>
            <pc:sldMk cId="0" sldId="265"/>
            <ac:spMk id="29" creationId="{1B5C1C04-8860-382F-1358-5863C3BD7463}"/>
          </ac:spMkLst>
        </pc:spChg>
        <pc:spChg chg="add mod">
          <ac:chgData name="sofia paz cartagena castro" userId="66ebe971d739352b" providerId="LiveId" clId="{4ECB9EF4-457B-4E05-A081-887402026DE1}" dt="2025-11-25T20:44:44.539" v="43"/>
          <ac:spMkLst>
            <pc:docMk/>
            <pc:sldMk cId="0" sldId="265"/>
            <ac:spMk id="30" creationId="{9EA9DFD7-D539-2C0B-646E-5DFA4BA1A0E0}"/>
          </ac:spMkLst>
        </pc:spChg>
        <pc:spChg chg="add mod">
          <ac:chgData name="sofia paz cartagena castro" userId="66ebe971d739352b" providerId="LiveId" clId="{4ECB9EF4-457B-4E05-A081-887402026DE1}" dt="2025-11-25T20:44:44.539" v="43"/>
          <ac:spMkLst>
            <pc:docMk/>
            <pc:sldMk cId="0" sldId="265"/>
            <ac:spMk id="31" creationId="{122D677B-EEF6-660D-D5A0-9BDBB9225FCF}"/>
          </ac:spMkLst>
        </pc:spChg>
        <pc:spChg chg="add mod">
          <ac:chgData name="sofia paz cartagena castro" userId="66ebe971d739352b" providerId="LiveId" clId="{4ECB9EF4-457B-4E05-A081-887402026DE1}" dt="2025-11-25T20:44:44.539" v="43"/>
          <ac:spMkLst>
            <pc:docMk/>
            <pc:sldMk cId="0" sldId="265"/>
            <ac:spMk id="32" creationId="{AEDC6944-9C6B-317A-5E4B-5E8B6F1BD3A2}"/>
          </ac:spMkLst>
        </pc:spChg>
      </pc:sldChg>
      <pc:sldChg chg="addSp delSp modSp mod">
        <pc:chgData name="sofia paz cartagena castro" userId="66ebe971d739352b" providerId="LiveId" clId="{4ECB9EF4-457B-4E05-A081-887402026DE1}" dt="2025-11-25T20:44:48.663" v="45"/>
        <pc:sldMkLst>
          <pc:docMk/>
          <pc:sldMk cId="0" sldId="266"/>
        </pc:sldMkLst>
        <pc:spChg chg="del">
          <ac:chgData name="sofia paz cartagena castro" userId="66ebe971d739352b" providerId="LiveId" clId="{4ECB9EF4-457B-4E05-A081-887402026DE1}" dt="2025-11-25T20:44:48.259" v="44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48.259" v="44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48.259" v="44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48.259" v="44" actId="478"/>
          <ac:spMkLst>
            <pc:docMk/>
            <pc:sldMk cId="0" sldId="266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4:48.663" v="45"/>
          <ac:spMkLst>
            <pc:docMk/>
            <pc:sldMk cId="0" sldId="266"/>
            <ac:spMk id="15" creationId="{3E39EB16-BF67-06F8-8FD9-E9C2D22E0CCB}"/>
          </ac:spMkLst>
        </pc:spChg>
        <pc:spChg chg="add mod">
          <ac:chgData name="sofia paz cartagena castro" userId="66ebe971d739352b" providerId="LiveId" clId="{4ECB9EF4-457B-4E05-A081-887402026DE1}" dt="2025-11-25T20:44:48.663" v="45"/>
          <ac:spMkLst>
            <pc:docMk/>
            <pc:sldMk cId="0" sldId="266"/>
            <ac:spMk id="16" creationId="{AA8BD92C-3935-D011-21B1-EBE09A333091}"/>
          </ac:spMkLst>
        </pc:spChg>
        <pc:spChg chg="add mod">
          <ac:chgData name="sofia paz cartagena castro" userId="66ebe971d739352b" providerId="LiveId" clId="{4ECB9EF4-457B-4E05-A081-887402026DE1}" dt="2025-11-25T20:44:48.663" v="45"/>
          <ac:spMkLst>
            <pc:docMk/>
            <pc:sldMk cId="0" sldId="266"/>
            <ac:spMk id="17" creationId="{1081FDC7-2E11-A331-DE1B-ACC85B828009}"/>
          </ac:spMkLst>
        </pc:spChg>
        <pc:spChg chg="add mod">
          <ac:chgData name="sofia paz cartagena castro" userId="66ebe971d739352b" providerId="LiveId" clId="{4ECB9EF4-457B-4E05-A081-887402026DE1}" dt="2025-11-25T20:44:48.663" v="45"/>
          <ac:spMkLst>
            <pc:docMk/>
            <pc:sldMk cId="0" sldId="266"/>
            <ac:spMk id="18" creationId="{05CBE138-C446-C920-9882-FA97801A4912}"/>
          </ac:spMkLst>
        </pc:spChg>
      </pc:sldChg>
      <pc:sldChg chg="addSp delSp modSp mod">
        <pc:chgData name="sofia paz cartagena castro" userId="66ebe971d739352b" providerId="LiveId" clId="{4ECB9EF4-457B-4E05-A081-887402026DE1}" dt="2025-11-25T20:45:11.398" v="54"/>
        <pc:sldMkLst>
          <pc:docMk/>
          <pc:sldMk cId="0" sldId="267"/>
        </pc:sldMkLst>
        <pc:spChg chg="del">
          <ac:chgData name="sofia paz cartagena castro" userId="66ebe971d739352b" providerId="LiveId" clId="{4ECB9EF4-457B-4E05-A081-887402026DE1}" dt="2025-11-25T20:44:59.726" v="46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59.726" v="46" actId="478"/>
          <ac:spMkLst>
            <pc:docMk/>
            <pc:sldMk cId="0" sldId="267"/>
            <ac:spMk id="9" creationId="{00000000-0000-0000-0000-000000000000}"/>
          </ac:spMkLst>
        </pc:spChg>
        <pc:spChg chg="del mod">
          <ac:chgData name="sofia paz cartagena castro" userId="66ebe971d739352b" providerId="LiveId" clId="{4ECB9EF4-457B-4E05-A081-887402026DE1}" dt="2025-11-25T20:45:10.616" v="53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4:59.726" v="46" actId="478"/>
          <ac:spMkLst>
            <pc:docMk/>
            <pc:sldMk cId="0" sldId="267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5:11.398" v="54"/>
          <ac:spMkLst>
            <pc:docMk/>
            <pc:sldMk cId="0" sldId="267"/>
            <ac:spMk id="13" creationId="{FD2E61B6-7EA4-9D6F-8EA9-B7FDF4673F9D}"/>
          </ac:spMkLst>
        </pc:spChg>
        <pc:spChg chg="add mod">
          <ac:chgData name="sofia paz cartagena castro" userId="66ebe971d739352b" providerId="LiveId" clId="{4ECB9EF4-457B-4E05-A081-887402026DE1}" dt="2025-11-25T20:45:11.398" v="54"/>
          <ac:spMkLst>
            <pc:docMk/>
            <pc:sldMk cId="0" sldId="267"/>
            <ac:spMk id="14" creationId="{A4D74565-9F7B-60B9-ACD1-D9A80E73EB89}"/>
          </ac:spMkLst>
        </pc:spChg>
        <pc:spChg chg="add mod">
          <ac:chgData name="sofia paz cartagena castro" userId="66ebe971d739352b" providerId="LiveId" clId="{4ECB9EF4-457B-4E05-A081-887402026DE1}" dt="2025-11-25T20:45:11.398" v="54"/>
          <ac:spMkLst>
            <pc:docMk/>
            <pc:sldMk cId="0" sldId="267"/>
            <ac:spMk id="15" creationId="{3D75EF8A-DB04-F544-EF23-2B0422A0B2CA}"/>
          </ac:spMkLst>
        </pc:spChg>
        <pc:spChg chg="add mod">
          <ac:chgData name="sofia paz cartagena castro" userId="66ebe971d739352b" providerId="LiveId" clId="{4ECB9EF4-457B-4E05-A081-887402026DE1}" dt="2025-11-25T20:45:11.398" v="54"/>
          <ac:spMkLst>
            <pc:docMk/>
            <pc:sldMk cId="0" sldId="267"/>
            <ac:spMk id="16" creationId="{B13C3451-9AC2-B550-8029-2E6DF3D7D913}"/>
          </ac:spMkLst>
        </pc:spChg>
      </pc:sldChg>
      <pc:sldChg chg="addSp delSp modSp mod">
        <pc:chgData name="sofia paz cartagena castro" userId="66ebe971d739352b" providerId="LiveId" clId="{4ECB9EF4-457B-4E05-A081-887402026DE1}" dt="2025-11-25T20:45:17.216" v="56"/>
        <pc:sldMkLst>
          <pc:docMk/>
          <pc:sldMk cId="0" sldId="268"/>
        </pc:sldMkLst>
        <pc:spChg chg="del">
          <ac:chgData name="sofia paz cartagena castro" userId="66ebe971d739352b" providerId="LiveId" clId="{4ECB9EF4-457B-4E05-A081-887402026DE1}" dt="2025-11-25T20:45:16.860" v="55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16.860" v="55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16.860" v="55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16.860" v="55" actId="478"/>
          <ac:spMkLst>
            <pc:docMk/>
            <pc:sldMk cId="0" sldId="268"/>
            <ac:spMk id="11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5:17.216" v="56"/>
          <ac:spMkLst>
            <pc:docMk/>
            <pc:sldMk cId="0" sldId="268"/>
            <ac:spMk id="13" creationId="{9D21C5A7-EE9A-AD1E-77C5-D066D611DBC8}"/>
          </ac:spMkLst>
        </pc:spChg>
        <pc:spChg chg="add mod">
          <ac:chgData name="sofia paz cartagena castro" userId="66ebe971d739352b" providerId="LiveId" clId="{4ECB9EF4-457B-4E05-A081-887402026DE1}" dt="2025-11-25T20:45:17.216" v="56"/>
          <ac:spMkLst>
            <pc:docMk/>
            <pc:sldMk cId="0" sldId="268"/>
            <ac:spMk id="14" creationId="{64034DD5-7037-9E93-881F-711F8F913E0D}"/>
          </ac:spMkLst>
        </pc:spChg>
        <pc:spChg chg="add mod">
          <ac:chgData name="sofia paz cartagena castro" userId="66ebe971d739352b" providerId="LiveId" clId="{4ECB9EF4-457B-4E05-A081-887402026DE1}" dt="2025-11-25T20:45:17.216" v="56"/>
          <ac:spMkLst>
            <pc:docMk/>
            <pc:sldMk cId="0" sldId="268"/>
            <ac:spMk id="15" creationId="{8F834EB1-2044-0913-D468-3ED2B16016F9}"/>
          </ac:spMkLst>
        </pc:spChg>
        <pc:spChg chg="add mod">
          <ac:chgData name="sofia paz cartagena castro" userId="66ebe971d739352b" providerId="LiveId" clId="{4ECB9EF4-457B-4E05-A081-887402026DE1}" dt="2025-11-25T20:45:17.216" v="56"/>
          <ac:spMkLst>
            <pc:docMk/>
            <pc:sldMk cId="0" sldId="268"/>
            <ac:spMk id="16" creationId="{8493B484-B57D-4C18-AD21-018C78CC9EEE}"/>
          </ac:spMkLst>
        </pc:spChg>
      </pc:sldChg>
      <pc:sldChg chg="addSp delSp modSp mod">
        <pc:chgData name="sofia paz cartagena castro" userId="66ebe971d739352b" providerId="LiveId" clId="{4ECB9EF4-457B-4E05-A081-887402026DE1}" dt="2025-11-25T20:45:23.051" v="58"/>
        <pc:sldMkLst>
          <pc:docMk/>
          <pc:sldMk cId="0" sldId="269"/>
        </pc:sldMkLst>
        <pc:spChg chg="del">
          <ac:chgData name="sofia paz cartagena castro" userId="66ebe971d739352b" providerId="LiveId" clId="{4ECB9EF4-457B-4E05-A081-887402026DE1}" dt="2025-11-25T20:45:22.628" v="57" actId="478"/>
          <ac:spMkLst>
            <pc:docMk/>
            <pc:sldMk cId="0" sldId="269"/>
            <ac:spMk id="14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22.628" v="57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22.628" v="57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22.628" v="57" actId="478"/>
          <ac:spMkLst>
            <pc:docMk/>
            <pc:sldMk cId="0" sldId="269"/>
            <ac:spMk id="17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5:23.051" v="58"/>
          <ac:spMkLst>
            <pc:docMk/>
            <pc:sldMk cId="0" sldId="269"/>
            <ac:spMk id="21" creationId="{8B11F080-A35B-43CB-E51E-D22C7CA702F2}"/>
          </ac:spMkLst>
        </pc:spChg>
        <pc:spChg chg="add mod">
          <ac:chgData name="sofia paz cartagena castro" userId="66ebe971d739352b" providerId="LiveId" clId="{4ECB9EF4-457B-4E05-A081-887402026DE1}" dt="2025-11-25T20:45:23.051" v="58"/>
          <ac:spMkLst>
            <pc:docMk/>
            <pc:sldMk cId="0" sldId="269"/>
            <ac:spMk id="22" creationId="{F91FA604-26A5-B37A-E0ED-5914D1B7F8EB}"/>
          </ac:spMkLst>
        </pc:spChg>
        <pc:spChg chg="add mod">
          <ac:chgData name="sofia paz cartagena castro" userId="66ebe971d739352b" providerId="LiveId" clId="{4ECB9EF4-457B-4E05-A081-887402026DE1}" dt="2025-11-25T20:45:23.051" v="58"/>
          <ac:spMkLst>
            <pc:docMk/>
            <pc:sldMk cId="0" sldId="269"/>
            <ac:spMk id="23" creationId="{59E0E497-85BC-5E24-3C79-7E850F0C4809}"/>
          </ac:spMkLst>
        </pc:spChg>
        <pc:spChg chg="add mod">
          <ac:chgData name="sofia paz cartagena castro" userId="66ebe971d739352b" providerId="LiveId" clId="{4ECB9EF4-457B-4E05-A081-887402026DE1}" dt="2025-11-25T20:45:23.051" v="58"/>
          <ac:spMkLst>
            <pc:docMk/>
            <pc:sldMk cId="0" sldId="269"/>
            <ac:spMk id="24" creationId="{792B2910-2060-F524-FF7A-4B1412867C25}"/>
          </ac:spMkLst>
        </pc:spChg>
      </pc:sldChg>
      <pc:sldChg chg="addSp delSp modSp mod">
        <pc:chgData name="sofia paz cartagena castro" userId="66ebe971d739352b" providerId="LiveId" clId="{4ECB9EF4-457B-4E05-A081-887402026DE1}" dt="2025-11-25T20:45:31.552" v="61"/>
        <pc:sldMkLst>
          <pc:docMk/>
          <pc:sldMk cId="0" sldId="270"/>
        </pc:sldMkLst>
        <pc:spChg chg="del">
          <ac:chgData name="sofia paz cartagena castro" userId="66ebe971d739352b" providerId="LiveId" clId="{4ECB9EF4-457B-4E05-A081-887402026DE1}" dt="2025-11-25T20:45:31.004" v="60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31.004" v="60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31.004" v="60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31.004" v="60" actId="478"/>
          <ac:spMkLst>
            <pc:docMk/>
            <pc:sldMk cId="0" sldId="270"/>
            <ac:spMk id="11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5:29.441" v="59"/>
          <ac:spMkLst>
            <pc:docMk/>
            <pc:sldMk cId="0" sldId="270"/>
            <ac:spMk id="13" creationId="{A7507D3C-1F41-2ADC-E39F-A8C70E9A0A0F}"/>
          </ac:spMkLst>
        </pc:spChg>
        <pc:spChg chg="add mod">
          <ac:chgData name="sofia paz cartagena castro" userId="66ebe971d739352b" providerId="LiveId" clId="{4ECB9EF4-457B-4E05-A081-887402026DE1}" dt="2025-11-25T20:45:29.441" v="59"/>
          <ac:spMkLst>
            <pc:docMk/>
            <pc:sldMk cId="0" sldId="270"/>
            <ac:spMk id="14" creationId="{302B95B9-0FEB-53AF-F86A-27134A8BD8A9}"/>
          </ac:spMkLst>
        </pc:spChg>
        <pc:spChg chg="add mod">
          <ac:chgData name="sofia paz cartagena castro" userId="66ebe971d739352b" providerId="LiveId" clId="{4ECB9EF4-457B-4E05-A081-887402026DE1}" dt="2025-11-25T20:45:29.441" v="59"/>
          <ac:spMkLst>
            <pc:docMk/>
            <pc:sldMk cId="0" sldId="270"/>
            <ac:spMk id="15" creationId="{E313FF52-34C8-768B-E02E-59548227EB4B}"/>
          </ac:spMkLst>
        </pc:spChg>
        <pc:spChg chg="add mod">
          <ac:chgData name="sofia paz cartagena castro" userId="66ebe971d739352b" providerId="LiveId" clId="{4ECB9EF4-457B-4E05-A081-887402026DE1}" dt="2025-11-25T20:45:29.441" v="59"/>
          <ac:spMkLst>
            <pc:docMk/>
            <pc:sldMk cId="0" sldId="270"/>
            <ac:spMk id="16" creationId="{947C639B-3E75-4D90-D0FA-481ADB6BBED0}"/>
          </ac:spMkLst>
        </pc:spChg>
        <pc:spChg chg="add mod">
          <ac:chgData name="sofia paz cartagena castro" userId="66ebe971d739352b" providerId="LiveId" clId="{4ECB9EF4-457B-4E05-A081-887402026DE1}" dt="2025-11-25T20:45:31.552" v="61"/>
          <ac:spMkLst>
            <pc:docMk/>
            <pc:sldMk cId="0" sldId="270"/>
            <ac:spMk id="17" creationId="{01FE225C-A741-3678-DB7D-013639A65C05}"/>
          </ac:spMkLst>
        </pc:spChg>
        <pc:spChg chg="add mod">
          <ac:chgData name="sofia paz cartagena castro" userId="66ebe971d739352b" providerId="LiveId" clId="{4ECB9EF4-457B-4E05-A081-887402026DE1}" dt="2025-11-25T20:45:31.552" v="61"/>
          <ac:spMkLst>
            <pc:docMk/>
            <pc:sldMk cId="0" sldId="270"/>
            <ac:spMk id="18" creationId="{533D3A31-4DFC-CDCB-DA3C-CC2717E1DF54}"/>
          </ac:spMkLst>
        </pc:spChg>
        <pc:spChg chg="add mod">
          <ac:chgData name="sofia paz cartagena castro" userId="66ebe971d739352b" providerId="LiveId" clId="{4ECB9EF4-457B-4E05-A081-887402026DE1}" dt="2025-11-25T20:45:31.552" v="61"/>
          <ac:spMkLst>
            <pc:docMk/>
            <pc:sldMk cId="0" sldId="270"/>
            <ac:spMk id="19" creationId="{402786B5-3011-16AC-1BD2-A446AA211174}"/>
          </ac:spMkLst>
        </pc:spChg>
        <pc:spChg chg="add mod">
          <ac:chgData name="sofia paz cartagena castro" userId="66ebe971d739352b" providerId="LiveId" clId="{4ECB9EF4-457B-4E05-A081-887402026DE1}" dt="2025-11-25T20:45:31.552" v="61"/>
          <ac:spMkLst>
            <pc:docMk/>
            <pc:sldMk cId="0" sldId="270"/>
            <ac:spMk id="20" creationId="{2C2EE4E1-F55A-D232-07C2-D83191AF325E}"/>
          </ac:spMkLst>
        </pc:spChg>
      </pc:sldChg>
      <pc:sldChg chg="addSp delSp modSp mod">
        <pc:chgData name="sofia paz cartagena castro" userId="66ebe971d739352b" providerId="LiveId" clId="{4ECB9EF4-457B-4E05-A081-887402026DE1}" dt="2025-11-25T20:45:42.719" v="67"/>
        <pc:sldMkLst>
          <pc:docMk/>
          <pc:sldMk cId="0" sldId="271"/>
        </pc:sldMkLst>
        <pc:spChg chg="del">
          <ac:chgData name="sofia paz cartagena castro" userId="66ebe971d739352b" providerId="LiveId" clId="{4ECB9EF4-457B-4E05-A081-887402026DE1}" dt="2025-11-25T20:45:42.331" v="66" actId="478"/>
          <ac:spMkLst>
            <pc:docMk/>
            <pc:sldMk cId="0" sldId="271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42.331" v="66" actId="478"/>
          <ac:spMkLst>
            <pc:docMk/>
            <pc:sldMk cId="0" sldId="271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42.331" v="66" actId="47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20:45:39.273" v="65" actId="1076"/>
          <ac:spMkLst>
            <pc:docMk/>
            <pc:sldMk cId="0" sldId="271"/>
            <ac:spMk id="12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5:42.331" v="66" actId="478"/>
          <ac:spMkLst>
            <pc:docMk/>
            <pc:sldMk cId="0" sldId="271"/>
            <ac:spMk id="13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5:42.719" v="67"/>
          <ac:spMkLst>
            <pc:docMk/>
            <pc:sldMk cId="0" sldId="271"/>
            <ac:spMk id="14" creationId="{DFB2198F-7DEC-16B7-2989-859FF3A4DC8E}"/>
          </ac:spMkLst>
        </pc:spChg>
        <pc:spChg chg="add mod">
          <ac:chgData name="sofia paz cartagena castro" userId="66ebe971d739352b" providerId="LiveId" clId="{4ECB9EF4-457B-4E05-A081-887402026DE1}" dt="2025-11-25T20:45:42.719" v="67"/>
          <ac:spMkLst>
            <pc:docMk/>
            <pc:sldMk cId="0" sldId="271"/>
            <ac:spMk id="15" creationId="{AB63CCDF-29C3-83D7-98E0-D6BD78202039}"/>
          </ac:spMkLst>
        </pc:spChg>
        <pc:spChg chg="add mod">
          <ac:chgData name="sofia paz cartagena castro" userId="66ebe971d739352b" providerId="LiveId" clId="{4ECB9EF4-457B-4E05-A081-887402026DE1}" dt="2025-11-25T20:45:42.719" v="67"/>
          <ac:spMkLst>
            <pc:docMk/>
            <pc:sldMk cId="0" sldId="271"/>
            <ac:spMk id="16" creationId="{1C456C11-DCE7-E5D8-D184-302D5FDE35FC}"/>
          </ac:spMkLst>
        </pc:spChg>
        <pc:spChg chg="add mod">
          <ac:chgData name="sofia paz cartagena castro" userId="66ebe971d739352b" providerId="LiveId" clId="{4ECB9EF4-457B-4E05-A081-887402026DE1}" dt="2025-11-25T20:45:42.719" v="67"/>
          <ac:spMkLst>
            <pc:docMk/>
            <pc:sldMk cId="0" sldId="271"/>
            <ac:spMk id="17" creationId="{AB748257-E7E3-FA77-04BD-F30D328D4EC8}"/>
          </ac:spMkLst>
        </pc:spChg>
      </pc:sldChg>
      <pc:sldChg chg="addSp delSp modSp mod">
        <pc:chgData name="sofia paz cartagena castro" userId="66ebe971d739352b" providerId="LiveId" clId="{4ECB9EF4-457B-4E05-A081-887402026DE1}" dt="2025-11-25T20:46:12.358" v="70"/>
        <pc:sldMkLst>
          <pc:docMk/>
          <pc:sldMk cId="0" sldId="272"/>
        </pc:sldMkLst>
        <pc:spChg chg="del">
          <ac:chgData name="sofia paz cartagena castro" userId="66ebe971d739352b" providerId="LiveId" clId="{4ECB9EF4-457B-4E05-A081-887402026DE1}" dt="2025-11-25T20:46:11.866" v="69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6:11.866" v="69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6:11.866" v="69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sofia paz cartagena castro" userId="66ebe971d739352b" providerId="LiveId" clId="{4ECB9EF4-457B-4E05-A081-887402026DE1}" dt="2025-11-25T20:46:11.866" v="69" actId="478"/>
          <ac:spMkLst>
            <pc:docMk/>
            <pc:sldMk cId="0" sldId="272"/>
            <ac:spMk id="12" creationId="{00000000-0000-0000-0000-000000000000}"/>
          </ac:spMkLst>
        </pc:spChg>
        <pc:spChg chg="add mod">
          <ac:chgData name="sofia paz cartagena castro" userId="66ebe971d739352b" providerId="LiveId" clId="{4ECB9EF4-457B-4E05-A081-887402026DE1}" dt="2025-11-25T20:46:10.986" v="68"/>
          <ac:spMkLst>
            <pc:docMk/>
            <pc:sldMk cId="0" sldId="272"/>
            <ac:spMk id="13" creationId="{4733DADE-7CAF-2B92-1C58-2852B7045D53}"/>
          </ac:spMkLst>
        </pc:spChg>
        <pc:spChg chg="add mod">
          <ac:chgData name="sofia paz cartagena castro" userId="66ebe971d739352b" providerId="LiveId" clId="{4ECB9EF4-457B-4E05-A081-887402026DE1}" dt="2025-11-25T20:46:10.986" v="68"/>
          <ac:spMkLst>
            <pc:docMk/>
            <pc:sldMk cId="0" sldId="272"/>
            <ac:spMk id="14" creationId="{39D299D4-3109-4619-3EB2-18F45DDEB323}"/>
          </ac:spMkLst>
        </pc:spChg>
        <pc:spChg chg="add mod">
          <ac:chgData name="sofia paz cartagena castro" userId="66ebe971d739352b" providerId="LiveId" clId="{4ECB9EF4-457B-4E05-A081-887402026DE1}" dt="2025-11-25T20:46:10.986" v="68"/>
          <ac:spMkLst>
            <pc:docMk/>
            <pc:sldMk cId="0" sldId="272"/>
            <ac:spMk id="15" creationId="{285BB37C-474B-77A3-07E1-8CF91DF36255}"/>
          </ac:spMkLst>
        </pc:spChg>
        <pc:spChg chg="add mod">
          <ac:chgData name="sofia paz cartagena castro" userId="66ebe971d739352b" providerId="LiveId" clId="{4ECB9EF4-457B-4E05-A081-887402026DE1}" dt="2025-11-25T20:46:10.986" v="68"/>
          <ac:spMkLst>
            <pc:docMk/>
            <pc:sldMk cId="0" sldId="272"/>
            <ac:spMk id="16" creationId="{095793BA-6537-71F0-E0D0-8B78642FCD54}"/>
          </ac:spMkLst>
        </pc:spChg>
        <pc:spChg chg="add mod">
          <ac:chgData name="sofia paz cartagena castro" userId="66ebe971d739352b" providerId="LiveId" clId="{4ECB9EF4-457B-4E05-A081-887402026DE1}" dt="2025-11-25T20:46:12.358" v="70"/>
          <ac:spMkLst>
            <pc:docMk/>
            <pc:sldMk cId="0" sldId="272"/>
            <ac:spMk id="17" creationId="{DC7610D6-DE85-EDB8-5200-B9E3941A4748}"/>
          </ac:spMkLst>
        </pc:spChg>
        <pc:spChg chg="add mod">
          <ac:chgData name="sofia paz cartagena castro" userId="66ebe971d739352b" providerId="LiveId" clId="{4ECB9EF4-457B-4E05-A081-887402026DE1}" dt="2025-11-25T20:46:12.358" v="70"/>
          <ac:spMkLst>
            <pc:docMk/>
            <pc:sldMk cId="0" sldId="272"/>
            <ac:spMk id="18" creationId="{38C48A9C-2628-9E94-2525-820518CF8E26}"/>
          </ac:spMkLst>
        </pc:spChg>
        <pc:spChg chg="add mod">
          <ac:chgData name="sofia paz cartagena castro" userId="66ebe971d739352b" providerId="LiveId" clId="{4ECB9EF4-457B-4E05-A081-887402026DE1}" dt="2025-11-25T20:46:12.358" v="70"/>
          <ac:spMkLst>
            <pc:docMk/>
            <pc:sldMk cId="0" sldId="272"/>
            <ac:spMk id="19" creationId="{306AA1D5-3333-0525-B48C-4A418CAF35AA}"/>
          </ac:spMkLst>
        </pc:spChg>
        <pc:spChg chg="add mod">
          <ac:chgData name="sofia paz cartagena castro" userId="66ebe971d739352b" providerId="LiveId" clId="{4ECB9EF4-457B-4E05-A081-887402026DE1}" dt="2025-11-25T20:46:12.358" v="70"/>
          <ac:spMkLst>
            <pc:docMk/>
            <pc:sldMk cId="0" sldId="272"/>
            <ac:spMk id="20" creationId="{8E77EC5F-29E7-FB67-C751-D9AFD95D3B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2.xml"/><Relationship Id="rId7" Type="http://schemas.openxmlformats.org/officeDocument/2006/relationships/hyperlink" Target="https://github.com/socartagena02/AgeUp_Game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anva.com/design/DAG0Tdt38CQ/BXnRTRTODwvallf9Sl7uAw/edit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hyperlink" Target="https://github.com/socartagena02/AgeUp_Game.git" TargetMode="External"/><Relationship Id="rId4" Type="http://schemas.openxmlformats.org/officeDocument/2006/relationships/hyperlink" Target="https://www.canva.com/design/DAG0Tdt38CQ/BXnRTRTODwvallf9Sl7uAw/edi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ocartagena02/AgeUp_Game.git" TargetMode="External"/><Relationship Id="rId3" Type="http://schemas.openxmlformats.org/officeDocument/2006/relationships/image" Target="../media/image6.png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anva.com/design/DAG0Tdt38CQ/BXnRTRTODwvallf9Sl7uAw/edit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hyperlink" Target="https://github.com/socartagena02/AgeUp_Game.git" TargetMode="External"/><Relationship Id="rId5" Type="http://schemas.openxmlformats.org/officeDocument/2006/relationships/image" Target="../media/image11.png"/><Relationship Id="rId10" Type="http://schemas.openxmlformats.org/officeDocument/2006/relationships/slide" Target="slide1.xml"/><Relationship Id="rId4" Type="http://schemas.openxmlformats.org/officeDocument/2006/relationships/image" Target="../media/image10.svg"/><Relationship Id="rId9" Type="http://schemas.openxmlformats.org/officeDocument/2006/relationships/hyperlink" Target="https://www.canva.com/design/DAG0Tdt38CQ/BXnRTRTODwvallf9Sl7uAw/edi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github.com/socartagena02/AgeUp_Game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slide" Target="slide1.xml"/><Relationship Id="rId4" Type="http://schemas.openxmlformats.org/officeDocument/2006/relationships/hyperlink" Target="https://www.canva.com/design/DAG0Tdt38CQ/BXnRTRTODwvallf9Sl7uAw/edi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slide" Target="slide1.xml"/><Relationship Id="rId4" Type="http://schemas.openxmlformats.org/officeDocument/2006/relationships/hyperlink" Target="https://www.canva.com/design/DAG0Tdt38CQ/BXnRTRTODwvallf9Sl7uAw/edit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design/DAG0Tdt38CQ/BXnRTRTODwvallf9Sl7uAw/edit" TargetMode="Externa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slide" Target="slide1.xml"/><Relationship Id="rId4" Type="http://schemas.openxmlformats.org/officeDocument/2006/relationships/image" Target="../media/image20.png"/><Relationship Id="rId9" Type="http://schemas.openxmlformats.org/officeDocument/2006/relationships/hyperlink" Target="https://github.com/socartagena02/AgeUp_Game.git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hyperlink" Target="https://github.com/socartagena02/AgeUp_Game.git" TargetMode="External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hyperlink" Target="https://www.canva.com/design/DAG0Tdt38CQ/BXnRTRTODwvallf9Sl7uAw/edit" TargetMode="External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hyperlink" Target="https://github.com/socartagena02/AgeUp_Game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slide" Target="slide1.xml"/><Relationship Id="rId5" Type="http://schemas.openxmlformats.org/officeDocument/2006/relationships/image" Target="../media/image34.png"/><Relationship Id="rId10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slide" Target="slide1.xml"/><Relationship Id="rId4" Type="http://schemas.openxmlformats.org/officeDocument/2006/relationships/hyperlink" Target="https://www.canva.com/design/DAG0Tdt38CQ/BXnRTRTODwvallf9Sl7uAw/edi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slide" Target="slide1.xml"/><Relationship Id="rId4" Type="http://schemas.openxmlformats.org/officeDocument/2006/relationships/hyperlink" Target="https://www.canva.com/design/DAG0Tdt38CQ/BXnRTRTODwvallf9Sl7uAw/edi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slide" Target="slide1.xml"/><Relationship Id="rId4" Type="http://schemas.openxmlformats.org/officeDocument/2006/relationships/hyperlink" Target="https://www.canva.com/design/DAG0Tdt38CQ/BXnRTRTODwvallf9Sl7uAw/edit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design/DAG0Tdt38CQ/BXnRTRTODwvallf9Sl7uAw/edit" TargetMode="External"/><Relationship Id="rId3" Type="http://schemas.openxmlformats.org/officeDocument/2006/relationships/image" Target="../media/image32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hyperlink" Target="https://github.com/socartagena02/AgeUp_Game.git" TargetMode="External"/><Relationship Id="rId4" Type="http://schemas.openxmlformats.org/officeDocument/2006/relationships/image" Target="../media/image33.svg"/><Relationship Id="rId9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design/DAG0Tdt38CQ/BXnRTRTODwvallf9Sl7uAw/ed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socartagena02/AgeUp_Game.git" TargetMode="External"/><Relationship Id="rId4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45.png"/><Relationship Id="rId7" Type="http://schemas.openxmlformats.org/officeDocument/2006/relationships/hyperlink" Target="https://www.canva.com/design/DAG0Tdt38CQ/BXnRTRTODwvallf9Sl7uAw/ed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9" Type="http://schemas.openxmlformats.org/officeDocument/2006/relationships/hyperlink" Target="https://github.com/socartagena02/AgeUp_Game.git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design/DAG0Tdt38CQ/BXnRTRTODwvallf9Sl7uAw/edit" TargetMode="External"/><Relationship Id="rId3" Type="http://schemas.openxmlformats.org/officeDocument/2006/relationships/image" Target="../media/image49.png"/><Relationship Id="rId7" Type="http://schemas.openxmlformats.org/officeDocument/2006/relationships/image" Target="../media/image5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slide" Target="slide2.xml"/><Relationship Id="rId10" Type="http://schemas.openxmlformats.org/officeDocument/2006/relationships/hyperlink" Target="https://github.com/socartagena02/AgeUp_Game.git" TargetMode="External"/><Relationship Id="rId4" Type="http://schemas.openxmlformats.org/officeDocument/2006/relationships/image" Target="../media/image50.svg"/><Relationship Id="rId9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7300734" y="4952792"/>
            <a:ext cx="3643125" cy="1180044"/>
            <a:chOff x="0" y="0"/>
            <a:chExt cx="4780328" cy="157339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780328" cy="1060748"/>
              <a:chOff x="0" y="0"/>
              <a:chExt cx="559563" cy="12416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59563" cy="124166"/>
              </a:xfrm>
              <a:custGeom>
                <a:avLst/>
                <a:gdLst/>
                <a:ahLst/>
                <a:cxnLst/>
                <a:rect l="l" t="t" r="r" b="b"/>
                <a:pathLst>
                  <a:path w="559563" h="124166">
                    <a:moveTo>
                      <a:pt x="62083" y="0"/>
                    </a:moveTo>
                    <a:lnTo>
                      <a:pt x="497480" y="0"/>
                    </a:lnTo>
                    <a:cubicBezTo>
                      <a:pt x="531767" y="0"/>
                      <a:pt x="559563" y="27796"/>
                      <a:pt x="559563" y="62083"/>
                    </a:cubicBezTo>
                    <a:lnTo>
                      <a:pt x="559563" y="62083"/>
                    </a:lnTo>
                    <a:cubicBezTo>
                      <a:pt x="559563" y="78549"/>
                      <a:pt x="553022" y="94340"/>
                      <a:pt x="541379" y="105982"/>
                    </a:cubicBezTo>
                    <a:cubicBezTo>
                      <a:pt x="529736" y="117625"/>
                      <a:pt x="513945" y="124166"/>
                      <a:pt x="497480" y="124166"/>
                    </a:cubicBezTo>
                    <a:lnTo>
                      <a:pt x="62083" y="124166"/>
                    </a:lnTo>
                    <a:cubicBezTo>
                      <a:pt x="27796" y="124166"/>
                      <a:pt x="0" y="96371"/>
                      <a:pt x="0" y="62083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394157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559563" cy="1622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83652" y="262777"/>
              <a:ext cx="3670895" cy="1310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sng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INICIAR </a:t>
              </a:r>
              <a:r>
                <a:rPr lang="en-US" sz="2799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JUEGO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rot="4621287">
            <a:off x="14926455" y="1861547"/>
            <a:ext cx="2589350" cy="2414626"/>
          </a:xfrm>
          <a:custGeom>
            <a:avLst/>
            <a:gdLst/>
            <a:ahLst/>
            <a:cxnLst/>
            <a:rect l="l" t="t" r="r" b="b"/>
            <a:pathLst>
              <a:path w="2589350" h="2414626">
                <a:moveTo>
                  <a:pt x="0" y="0"/>
                </a:moveTo>
                <a:lnTo>
                  <a:pt x="2589350" y="0"/>
                </a:lnTo>
                <a:lnTo>
                  <a:pt x="2589350" y="2414626"/>
                </a:lnTo>
                <a:lnTo>
                  <a:pt x="0" y="241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3557594" y="3068860"/>
            <a:ext cx="11129407" cy="1057037"/>
            <a:chOff x="0" y="0"/>
            <a:chExt cx="14839210" cy="140938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14300"/>
              <a:ext cx="14839210" cy="1295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51"/>
                </a:lnSpc>
                <a:spcBef>
                  <a:spcPct val="0"/>
                </a:spcBef>
              </a:pPr>
              <a:r>
                <a:rPr lang="en-US" sz="6937">
                  <a:solidFill>
                    <a:srgbClr val="394157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AGEUP_GAMES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60499"/>
              <a:ext cx="14839210" cy="1248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287"/>
                </a:lnSpc>
                <a:spcBef>
                  <a:spcPct val="0"/>
                </a:spcBef>
              </a:pPr>
              <a:r>
                <a:rPr lang="en-US" sz="6760">
                  <a:solidFill>
                    <a:srgbClr val="F0BAFF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AGEUP_GAMES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025218" y="7641252"/>
            <a:ext cx="8237565" cy="108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NOMBRES: SOFÍA CARTAGENA,</a:t>
            </a:r>
          </a:p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ALLEN RODRIGUEZ Y ESTEBAN RODRIGUEZ</a:t>
            </a:r>
          </a:p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EMPRESA: HOSPITAL GERIATRÍCO LA PAZ DE LA TARDE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0" name="Freeform 20"/>
          <p:cNvSpPr/>
          <p:nvPr/>
        </p:nvSpPr>
        <p:spPr>
          <a:xfrm>
            <a:off x="15042589" y="6877240"/>
            <a:ext cx="2431686" cy="2217126"/>
          </a:xfrm>
          <a:custGeom>
            <a:avLst/>
            <a:gdLst/>
            <a:ahLst/>
            <a:cxnLst/>
            <a:rect l="l" t="t" r="r" b="b"/>
            <a:pathLst>
              <a:path w="2431686" h="2217126">
                <a:moveTo>
                  <a:pt x="0" y="0"/>
                </a:moveTo>
                <a:lnTo>
                  <a:pt x="2431686" y="0"/>
                </a:lnTo>
                <a:lnTo>
                  <a:pt x="2431686" y="2217125"/>
                </a:lnTo>
                <a:lnTo>
                  <a:pt x="0" y="2217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4179086" y="2514660"/>
            <a:ext cx="9929827" cy="6615747"/>
          </a:xfrm>
          <a:custGeom>
            <a:avLst/>
            <a:gdLst/>
            <a:ahLst/>
            <a:cxnLst/>
            <a:rect l="l" t="t" r="r" b="b"/>
            <a:pathLst>
              <a:path w="9929827" h="6615747">
                <a:moveTo>
                  <a:pt x="0" y="0"/>
                </a:moveTo>
                <a:lnTo>
                  <a:pt x="9929828" y="0"/>
                </a:lnTo>
                <a:lnTo>
                  <a:pt x="9929828" y="6615747"/>
                </a:lnTo>
                <a:lnTo>
                  <a:pt x="0" y="6615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5205" y="1033116"/>
            <a:ext cx="8820580" cy="148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4"/>
              </a:lnSpc>
            </a:pPr>
            <a:r>
              <a:rPr lang="en-US" sz="8596" dirty="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COMPETENCIAS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358254" y="4254261"/>
            <a:ext cx="4698764" cy="4536443"/>
          </a:xfrm>
          <a:custGeom>
            <a:avLst/>
            <a:gdLst/>
            <a:ahLst/>
            <a:cxnLst/>
            <a:rect l="l" t="t" r="r" b="b"/>
            <a:pathLst>
              <a:path w="4698764" h="4536443">
                <a:moveTo>
                  <a:pt x="0" y="0"/>
                </a:moveTo>
                <a:lnTo>
                  <a:pt x="4698764" y="0"/>
                </a:lnTo>
                <a:lnTo>
                  <a:pt x="4698764" y="4536443"/>
                </a:lnTo>
                <a:lnTo>
                  <a:pt x="0" y="453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6569255" y="2940530"/>
            <a:ext cx="10109904" cy="6117371"/>
          </a:xfrm>
          <a:custGeom>
            <a:avLst/>
            <a:gdLst/>
            <a:ahLst/>
            <a:cxnLst/>
            <a:rect l="l" t="t" r="r" b="b"/>
            <a:pathLst>
              <a:path w="10109904" h="6117371">
                <a:moveTo>
                  <a:pt x="0" y="0"/>
                </a:moveTo>
                <a:lnTo>
                  <a:pt x="10109903" y="0"/>
                </a:lnTo>
                <a:lnTo>
                  <a:pt x="10109903" y="6117372"/>
                </a:lnTo>
                <a:lnTo>
                  <a:pt x="0" y="61173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4678305" y="1880035"/>
            <a:ext cx="8931390" cy="87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5"/>
              </a:lnSpc>
            </a:pPr>
            <a:r>
              <a:rPr lang="en-US" sz="48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PROBLEMATICA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44412608-801F-DA7C-0DC2-96B998BF4B67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7D1D341-9692-6635-DC9A-64D48E30FF4A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A2ACB028-8B38-83EE-8215-2BF3CF97F1D2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68F8E6A-1F50-C1B5-39F8-70E1B23CCE57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028700" y="6255340"/>
            <a:ext cx="3211722" cy="3002960"/>
          </a:xfrm>
          <a:custGeom>
            <a:avLst/>
            <a:gdLst/>
            <a:ahLst/>
            <a:cxnLst/>
            <a:rect l="l" t="t" r="r" b="b"/>
            <a:pathLst>
              <a:path w="3211722" h="3002960">
                <a:moveTo>
                  <a:pt x="0" y="0"/>
                </a:moveTo>
                <a:lnTo>
                  <a:pt x="3211722" y="0"/>
                </a:lnTo>
                <a:lnTo>
                  <a:pt x="3211722" y="3002960"/>
                </a:lnTo>
                <a:lnTo>
                  <a:pt x="0" y="3002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5727950" y="3144319"/>
            <a:ext cx="6832101" cy="5950139"/>
          </a:xfrm>
          <a:custGeom>
            <a:avLst/>
            <a:gdLst/>
            <a:ahLst/>
            <a:cxnLst/>
            <a:rect l="l" t="t" r="r" b="b"/>
            <a:pathLst>
              <a:path w="6832101" h="5950139">
                <a:moveTo>
                  <a:pt x="0" y="0"/>
                </a:moveTo>
                <a:lnTo>
                  <a:pt x="6832100" y="0"/>
                </a:lnTo>
                <a:lnTo>
                  <a:pt x="6832100" y="5950138"/>
                </a:lnTo>
                <a:lnTo>
                  <a:pt x="0" y="59501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6273711" y="4979657"/>
            <a:ext cx="5893594" cy="4114800"/>
          </a:xfrm>
          <a:custGeom>
            <a:avLst/>
            <a:gdLst/>
            <a:ahLst/>
            <a:cxnLst/>
            <a:rect l="l" t="t" r="r" b="b"/>
            <a:pathLst>
              <a:path w="5893594" h="4114800">
                <a:moveTo>
                  <a:pt x="0" y="0"/>
                </a:moveTo>
                <a:lnTo>
                  <a:pt x="5893594" y="0"/>
                </a:lnTo>
                <a:lnTo>
                  <a:pt x="5893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4678305" y="1880035"/>
            <a:ext cx="8931390" cy="87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5"/>
              </a:lnSpc>
            </a:pPr>
            <a:r>
              <a:rPr lang="en-US" sz="48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SOLUCIÓN PROPUESTA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0860557B-6231-FC0A-CBC0-DA7E41195C43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55B0563-C6BC-687C-846A-FADFC3634713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2F17E308-4B80-B8A1-A3C3-E7C29B5CFFBE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2D6C3EE-7ABD-9A6B-5A97-598F1AAB4495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377260" y="1325337"/>
            <a:ext cx="175334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ARQUITECTURAS</a:t>
            </a:r>
          </a:p>
        </p:txBody>
      </p:sp>
      <p:sp>
        <p:nvSpPr>
          <p:cNvPr id="8" name="Freeform 8"/>
          <p:cNvSpPr/>
          <p:nvPr/>
        </p:nvSpPr>
        <p:spPr>
          <a:xfrm>
            <a:off x="13930025" y="1765466"/>
            <a:ext cx="3758343" cy="6756069"/>
          </a:xfrm>
          <a:custGeom>
            <a:avLst/>
            <a:gdLst/>
            <a:ahLst/>
            <a:cxnLst/>
            <a:rect l="l" t="t" r="r" b="b"/>
            <a:pathLst>
              <a:path w="3758343" h="6756069">
                <a:moveTo>
                  <a:pt x="0" y="0"/>
                </a:moveTo>
                <a:lnTo>
                  <a:pt x="3758343" y="0"/>
                </a:lnTo>
                <a:lnTo>
                  <a:pt x="3758343" y="6756068"/>
                </a:lnTo>
                <a:lnTo>
                  <a:pt x="0" y="6756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619646" y="2752576"/>
            <a:ext cx="12855618" cy="5768959"/>
          </a:xfrm>
          <a:custGeom>
            <a:avLst/>
            <a:gdLst/>
            <a:ahLst/>
            <a:cxnLst/>
            <a:rect l="l" t="t" r="r" b="b"/>
            <a:pathLst>
              <a:path w="12855618" h="5768959">
                <a:moveTo>
                  <a:pt x="0" y="0"/>
                </a:moveTo>
                <a:lnTo>
                  <a:pt x="12855618" y="0"/>
                </a:lnTo>
                <a:lnTo>
                  <a:pt x="12855618" y="5768958"/>
                </a:lnTo>
                <a:lnTo>
                  <a:pt x="0" y="5768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4286971A-AAB6-7C64-6977-1C6B77966469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43C04F1E-22FF-5238-36E5-BE5AC026EFCD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9095BB34-3A4D-2046-9319-F888A1D9362A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380DACC-0951-CC83-DD70-7947F36FB22C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4903019" y="2883041"/>
            <a:ext cx="8481963" cy="6690148"/>
          </a:xfrm>
          <a:custGeom>
            <a:avLst/>
            <a:gdLst/>
            <a:ahLst/>
            <a:cxnLst/>
            <a:rect l="l" t="t" r="r" b="b"/>
            <a:pathLst>
              <a:path w="8481963" h="6690148">
                <a:moveTo>
                  <a:pt x="0" y="0"/>
                </a:moveTo>
                <a:lnTo>
                  <a:pt x="8481962" y="0"/>
                </a:lnTo>
                <a:lnTo>
                  <a:pt x="8481962" y="6690148"/>
                </a:lnTo>
                <a:lnTo>
                  <a:pt x="0" y="669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377260" y="1313333"/>
            <a:ext cx="17533480" cy="118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4"/>
              </a:lnSpc>
            </a:pPr>
            <a:r>
              <a:rPr lang="en-US" sz="68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REQUERIMIENTOS FUNCIONALES/NO FUNCIONALES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2CCE9AAA-B1F3-7A74-2EB7-2D6857E6A165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F82014D4-6E5E-0591-3F19-BAC08BEE5DE4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9C50D410-939C-32C9-D320-C813B6FA2B51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AEC8B332-94F3-9FB5-95E3-7D129C6A16E3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3123260" y="3415158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9" y="0"/>
                </a:lnTo>
                <a:lnTo>
                  <a:pt x="11301259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1028700" y="2667062"/>
            <a:ext cx="5191803" cy="5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>
                <a:solidFill>
                  <a:srgbClr val="FFF8E7"/>
                </a:solidFill>
                <a:latin typeface="Arcade Gamer"/>
                <a:ea typeface="Arcade Gamer"/>
                <a:cs typeface="Arcade Gamer"/>
                <a:sym typeface="Arcade Gamer"/>
              </a:rPr>
              <a:t>METODOLOGIA SCRUM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477916"/>
            <a:ext cx="88205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METODOLOGIA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CA08B4DB-8A54-F125-788D-DB61A465572C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ADF09E24-0B3D-ECE7-5781-035718752BDB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4675751A-2413-C0B0-7C57-A272911BD3C0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C0DAC2A6-5545-5415-7655-8F782C27A204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7869387" y="5442378"/>
            <a:ext cx="1878619" cy="1878619"/>
          </a:xfrm>
          <a:custGeom>
            <a:avLst/>
            <a:gdLst/>
            <a:ahLst/>
            <a:cxnLst/>
            <a:rect l="l" t="t" r="r" b="b"/>
            <a:pathLst>
              <a:path w="1878619" h="1878619">
                <a:moveTo>
                  <a:pt x="0" y="0"/>
                </a:moveTo>
                <a:lnTo>
                  <a:pt x="1878620" y="0"/>
                </a:lnTo>
                <a:lnTo>
                  <a:pt x="1878620" y="1878619"/>
                </a:lnTo>
                <a:lnTo>
                  <a:pt x="0" y="1878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891945" y="4932313"/>
            <a:ext cx="3833944" cy="3527229"/>
          </a:xfrm>
          <a:custGeom>
            <a:avLst/>
            <a:gdLst/>
            <a:ahLst/>
            <a:cxnLst/>
            <a:rect l="l" t="t" r="r" b="b"/>
            <a:pathLst>
              <a:path w="3833944" h="3527229">
                <a:moveTo>
                  <a:pt x="0" y="0"/>
                </a:moveTo>
                <a:lnTo>
                  <a:pt x="3833944" y="0"/>
                </a:lnTo>
                <a:lnTo>
                  <a:pt x="3833944" y="3527229"/>
                </a:lnTo>
                <a:lnTo>
                  <a:pt x="0" y="3527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4802517" y="5172438"/>
            <a:ext cx="2418499" cy="2418499"/>
          </a:xfrm>
          <a:custGeom>
            <a:avLst/>
            <a:gdLst/>
            <a:ahLst/>
            <a:cxnLst/>
            <a:rect l="l" t="t" r="r" b="b"/>
            <a:pathLst>
              <a:path w="2418499" h="2418499">
                <a:moveTo>
                  <a:pt x="0" y="0"/>
                </a:moveTo>
                <a:lnTo>
                  <a:pt x="2418499" y="0"/>
                </a:lnTo>
                <a:lnTo>
                  <a:pt x="2418499" y="2418499"/>
                </a:lnTo>
                <a:lnTo>
                  <a:pt x="0" y="2418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0152955" y="4792870"/>
            <a:ext cx="4028698" cy="3177636"/>
          </a:xfrm>
          <a:custGeom>
            <a:avLst/>
            <a:gdLst/>
            <a:ahLst/>
            <a:cxnLst/>
            <a:rect l="l" t="t" r="r" b="b"/>
            <a:pathLst>
              <a:path w="4028698" h="3177636">
                <a:moveTo>
                  <a:pt x="0" y="0"/>
                </a:moveTo>
                <a:lnTo>
                  <a:pt x="4028699" y="0"/>
                </a:lnTo>
                <a:lnTo>
                  <a:pt x="4028699" y="3177635"/>
                </a:lnTo>
                <a:lnTo>
                  <a:pt x="0" y="3177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4436361" y="4792870"/>
            <a:ext cx="3177636" cy="3177636"/>
          </a:xfrm>
          <a:custGeom>
            <a:avLst/>
            <a:gdLst/>
            <a:ahLst/>
            <a:cxnLst/>
            <a:rect l="l" t="t" r="r" b="b"/>
            <a:pathLst>
              <a:path w="3177636" h="3177636">
                <a:moveTo>
                  <a:pt x="0" y="0"/>
                </a:moveTo>
                <a:lnTo>
                  <a:pt x="3177635" y="0"/>
                </a:lnTo>
                <a:lnTo>
                  <a:pt x="3177635" y="3177635"/>
                </a:lnTo>
                <a:lnTo>
                  <a:pt x="0" y="31776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13770539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/>
              </a:rPr>
              <a:t>MOCKUP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71199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github.com/socartagena02/AgeUp_Game.git"/>
              </a:rPr>
              <a:t>GITHUB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67305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action="ppaction://hlinksldjump"/>
              </a:rPr>
              <a:t>INICIO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504705"/>
            <a:ext cx="17259300" cy="99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5"/>
              </a:lnSpc>
            </a:pPr>
            <a:r>
              <a:rPr lang="en-US" sz="55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 TECNOLOGÍAS UTILIZADAS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6277" y="2850254"/>
            <a:ext cx="3165281" cy="9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FRONT-END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1557" y="2850254"/>
            <a:ext cx="2571755" cy="9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BACK-END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97431" y="2850254"/>
            <a:ext cx="4022532" cy="938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BASE DATOS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01987" y="2850254"/>
            <a:ext cx="4022532" cy="9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MODELO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13912" y="2850254"/>
            <a:ext cx="4022532" cy="9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5"/>
              </a:lnSpc>
            </a:pPr>
            <a:r>
              <a:rPr lang="en-US" sz="5418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API IA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B581E47B-7384-E78C-8740-148A227B7C8F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E23771C9-DBBF-25B1-845F-124AD203449B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F94518D6-D5F1-91FA-CEBE-728BA66F3C1F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AD51D7FB-8644-D482-D33E-00F3F3D5FCE8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895488" y="4878833"/>
            <a:ext cx="4105545" cy="2829094"/>
          </a:xfrm>
          <a:custGeom>
            <a:avLst/>
            <a:gdLst/>
            <a:ahLst/>
            <a:cxnLst/>
            <a:rect l="l" t="t" r="r" b="b"/>
            <a:pathLst>
              <a:path w="4105545" h="2829094">
                <a:moveTo>
                  <a:pt x="0" y="0"/>
                </a:moveTo>
                <a:lnTo>
                  <a:pt x="4105546" y="0"/>
                </a:lnTo>
                <a:lnTo>
                  <a:pt x="4105546" y="2829094"/>
                </a:lnTo>
                <a:lnTo>
                  <a:pt x="0" y="28290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3976771" y="4926022"/>
            <a:ext cx="2781905" cy="2781905"/>
          </a:xfrm>
          <a:custGeom>
            <a:avLst/>
            <a:gdLst/>
            <a:ahLst/>
            <a:cxnLst/>
            <a:rect l="l" t="t" r="r" b="b"/>
            <a:pathLst>
              <a:path w="2781905" h="2781905">
                <a:moveTo>
                  <a:pt x="0" y="0"/>
                </a:moveTo>
                <a:lnTo>
                  <a:pt x="2781905" y="0"/>
                </a:lnTo>
                <a:lnTo>
                  <a:pt x="2781905" y="2781905"/>
                </a:lnTo>
                <a:lnTo>
                  <a:pt x="0" y="2781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546048">
            <a:off x="6849670" y="4601697"/>
            <a:ext cx="3430556" cy="3430556"/>
          </a:xfrm>
          <a:custGeom>
            <a:avLst/>
            <a:gdLst/>
            <a:ahLst/>
            <a:cxnLst/>
            <a:rect l="l" t="t" r="r" b="b"/>
            <a:pathLst>
              <a:path w="3430556" h="3430556">
                <a:moveTo>
                  <a:pt x="0" y="0"/>
                </a:moveTo>
                <a:lnTo>
                  <a:pt x="3430556" y="0"/>
                </a:lnTo>
                <a:lnTo>
                  <a:pt x="3430556" y="3430556"/>
                </a:lnTo>
                <a:lnTo>
                  <a:pt x="0" y="3430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 rot="945222">
            <a:off x="8757730" y="4695504"/>
            <a:ext cx="3544424" cy="3544424"/>
          </a:xfrm>
          <a:custGeom>
            <a:avLst/>
            <a:gdLst/>
            <a:ahLst/>
            <a:cxnLst/>
            <a:rect l="l" t="t" r="r" b="b"/>
            <a:pathLst>
              <a:path w="3544424" h="3544424">
                <a:moveTo>
                  <a:pt x="0" y="0"/>
                </a:moveTo>
                <a:lnTo>
                  <a:pt x="3544424" y="0"/>
                </a:lnTo>
                <a:lnTo>
                  <a:pt x="3544424" y="3544424"/>
                </a:lnTo>
                <a:lnTo>
                  <a:pt x="0" y="35444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6745248" y="5143500"/>
            <a:ext cx="5373829" cy="3246688"/>
          </a:xfrm>
          <a:custGeom>
            <a:avLst/>
            <a:gdLst/>
            <a:ahLst/>
            <a:cxnLst/>
            <a:rect l="l" t="t" r="r" b="b"/>
            <a:pathLst>
              <a:path w="5373829" h="3246688">
                <a:moveTo>
                  <a:pt x="0" y="0"/>
                </a:moveTo>
                <a:lnTo>
                  <a:pt x="5373829" y="0"/>
                </a:lnTo>
                <a:lnTo>
                  <a:pt x="5373829" y="3246688"/>
                </a:lnTo>
                <a:lnTo>
                  <a:pt x="0" y="32466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1028700" y="1014167"/>
            <a:ext cx="17259300" cy="197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5"/>
              </a:lnSpc>
            </a:pPr>
            <a:r>
              <a:rPr lang="en-US" sz="55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CARACTERÍSTICAS Y FUNCIONALIDADES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963602"/>
            <a:ext cx="5839122" cy="92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MENÚ DE JUEGOS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67822" y="2918834"/>
            <a:ext cx="5128682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MINIJUEGOS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05056" y="2918834"/>
            <a:ext cx="4454244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RANKING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0A64B410-673B-9873-395F-F97B0D6005A1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A76010A7-D181-585E-6E11-86786F8A6ACF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AF6EA520-EAC1-3B26-1562-236036026FD4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7BBCE98B-042E-07A2-67EC-DF67811A6154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3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830989" y="1202839"/>
            <a:ext cx="1293955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MOCKUP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908440" y="807586"/>
            <a:ext cx="2516079" cy="1660774"/>
            <a:chOff x="0" y="0"/>
            <a:chExt cx="3354772" cy="2214366"/>
          </a:xfrm>
        </p:grpSpPr>
        <p:sp>
          <p:nvSpPr>
            <p:cNvPr id="9" name="Freeform 9"/>
            <p:cNvSpPr/>
            <p:nvPr/>
          </p:nvSpPr>
          <p:spPr>
            <a:xfrm rot="10673339">
              <a:off x="1389576" y="35025"/>
              <a:ext cx="1933775" cy="1741658"/>
            </a:xfrm>
            <a:custGeom>
              <a:avLst/>
              <a:gdLst/>
              <a:ahLst/>
              <a:cxnLst/>
              <a:rect l="l" t="t" r="r" b="b"/>
              <a:pathLst>
                <a:path w="1933775" h="1741658">
                  <a:moveTo>
                    <a:pt x="0" y="0"/>
                  </a:moveTo>
                  <a:lnTo>
                    <a:pt x="1933775" y="0"/>
                  </a:lnTo>
                  <a:lnTo>
                    <a:pt x="1933775" y="1741658"/>
                  </a:lnTo>
                  <a:lnTo>
                    <a:pt x="0" y="1741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866459"/>
              <a:ext cx="3354772" cy="347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9"/>
                </a:lnSpc>
              </a:pPr>
              <a:r>
                <a:rPr lang="en-US" sz="1557">
                  <a:solidFill>
                    <a:srgbClr val="FFFFFF"/>
                  </a:solidFill>
                  <a:latin typeface="Game Station Condensed"/>
                  <a:ea typeface="Game Station Condensed"/>
                  <a:cs typeface="Game Station Condensed"/>
                  <a:sym typeface="Game Station Condensed"/>
                </a:rPr>
                <a:t>VISUALIZACIÓN COMPLETA AQUÍ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83187" y="3059191"/>
            <a:ext cx="4965454" cy="2850009"/>
          </a:xfrm>
          <a:custGeom>
            <a:avLst/>
            <a:gdLst/>
            <a:ahLst/>
            <a:cxnLst/>
            <a:rect l="l" t="t" r="r" b="b"/>
            <a:pathLst>
              <a:path w="4965454" h="2850009">
                <a:moveTo>
                  <a:pt x="0" y="0"/>
                </a:moveTo>
                <a:lnTo>
                  <a:pt x="4965454" y="0"/>
                </a:lnTo>
                <a:lnTo>
                  <a:pt x="4965454" y="2850009"/>
                </a:lnTo>
                <a:lnTo>
                  <a:pt x="0" y="2850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03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6125928" y="3060578"/>
            <a:ext cx="4965454" cy="2850009"/>
          </a:xfrm>
          <a:custGeom>
            <a:avLst/>
            <a:gdLst/>
            <a:ahLst/>
            <a:cxnLst/>
            <a:rect l="l" t="t" r="r" b="b"/>
            <a:pathLst>
              <a:path w="4965454" h="2850009">
                <a:moveTo>
                  <a:pt x="0" y="0"/>
                </a:moveTo>
                <a:lnTo>
                  <a:pt x="4965454" y="0"/>
                </a:lnTo>
                <a:lnTo>
                  <a:pt x="4965454" y="2850009"/>
                </a:lnTo>
                <a:lnTo>
                  <a:pt x="0" y="28500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8" r="-170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783187" y="6817106"/>
            <a:ext cx="5147145" cy="2895269"/>
          </a:xfrm>
          <a:custGeom>
            <a:avLst/>
            <a:gdLst/>
            <a:ahLst/>
            <a:cxnLst/>
            <a:rect l="l" t="t" r="r" b="b"/>
            <a:pathLst>
              <a:path w="5147145" h="2895269">
                <a:moveTo>
                  <a:pt x="0" y="0"/>
                </a:moveTo>
                <a:lnTo>
                  <a:pt x="5147145" y="0"/>
                </a:lnTo>
                <a:lnTo>
                  <a:pt x="5147145" y="2895269"/>
                </a:lnTo>
                <a:lnTo>
                  <a:pt x="0" y="28952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6125928" y="6804058"/>
            <a:ext cx="5101573" cy="2921365"/>
          </a:xfrm>
          <a:custGeom>
            <a:avLst/>
            <a:gdLst/>
            <a:ahLst/>
            <a:cxnLst/>
            <a:rect l="l" t="t" r="r" b="b"/>
            <a:pathLst>
              <a:path w="5101573" h="2921365">
                <a:moveTo>
                  <a:pt x="0" y="0"/>
                </a:moveTo>
                <a:lnTo>
                  <a:pt x="5101573" y="0"/>
                </a:lnTo>
                <a:lnTo>
                  <a:pt x="5101573" y="2921366"/>
                </a:lnTo>
                <a:lnTo>
                  <a:pt x="0" y="29213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80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1961605" y="3093269"/>
            <a:ext cx="6233789" cy="3490922"/>
          </a:xfrm>
          <a:custGeom>
            <a:avLst/>
            <a:gdLst/>
            <a:ahLst/>
            <a:cxnLst/>
            <a:rect l="l" t="t" r="r" b="b"/>
            <a:pathLst>
              <a:path w="6233789" h="3490922">
                <a:moveTo>
                  <a:pt x="0" y="0"/>
                </a:moveTo>
                <a:lnTo>
                  <a:pt x="6233788" y="0"/>
                </a:lnTo>
                <a:lnTo>
                  <a:pt x="6233788" y="3490922"/>
                </a:lnTo>
                <a:lnTo>
                  <a:pt x="0" y="34909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TextBox 19"/>
          <p:cNvSpPr txBox="1"/>
          <p:nvPr/>
        </p:nvSpPr>
        <p:spPr>
          <a:xfrm>
            <a:off x="692342" y="2708524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19" lvl="1" indent="-267060" algn="l">
              <a:lnSpc>
                <a:spcPts val="2300"/>
              </a:lnSpc>
              <a:spcBef>
                <a:spcPct val="0"/>
              </a:spcBef>
              <a:buAutoNum type="arabicPeriod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MENÚ PRINCIPAL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00759" y="2706865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2. MEMORICE-INTERFAZ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08440" y="2708524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3. TRAZA MI CAMINO-INTERFAZ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2342" y="6131007"/>
            <a:ext cx="5641415" cy="63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4. SECUENCIA DE COLORES-INTERFAZ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25928" y="6417553"/>
            <a:ext cx="5641415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5. RANKING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1B5C1C04-8860-382F-1358-5863C3BD7463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9EA9DFD7-D539-2C0B-646E-5DFA4BA1A0E0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122D677B-EEF6-660D-D5A0-9BDBB9225FCF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AEDC6944-9C6B-317A-5E4B-5E8B6F1BD3A2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2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9953200" y="2664179"/>
            <a:ext cx="7634678" cy="5726009"/>
          </a:xfrm>
          <a:custGeom>
            <a:avLst/>
            <a:gdLst/>
            <a:ahLst/>
            <a:cxnLst/>
            <a:rect l="l" t="t" r="r" b="b"/>
            <a:pathLst>
              <a:path w="7634678" h="5726009">
                <a:moveTo>
                  <a:pt x="0" y="0"/>
                </a:moveTo>
                <a:lnTo>
                  <a:pt x="7634678" y="0"/>
                </a:lnTo>
                <a:lnTo>
                  <a:pt x="7634678" y="5726009"/>
                </a:lnTo>
                <a:lnTo>
                  <a:pt x="0" y="5726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30989" y="1202839"/>
            <a:ext cx="1293955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PRUEBAS CON PACIENTES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989" y="2899024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PRUEBAS CON 9 PERSONAS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0989" y="3460900"/>
            <a:ext cx="9270440" cy="120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ENTRE 65 A 86 AÑOS.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ALGUNAS CON CONDICIONES FISICAS Y/O VISION.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LES GUSTARON.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3E39EB16-BF67-06F8-8FD9-E9C2D22E0CCB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AA8BD92C-3935-D011-21B1-EBE09A333091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1081FDC7-2E11-A331-DE1B-ACC85B828009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05CBE138-C446-C920-9882-FA97801A4912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2958501" y="2829743"/>
            <a:ext cx="12777466" cy="5462367"/>
          </a:xfrm>
          <a:custGeom>
            <a:avLst/>
            <a:gdLst/>
            <a:ahLst/>
            <a:cxnLst/>
            <a:rect l="l" t="t" r="r" b="b"/>
            <a:pathLst>
              <a:path w="12777466" h="5462367">
                <a:moveTo>
                  <a:pt x="0" y="0"/>
                </a:moveTo>
                <a:lnTo>
                  <a:pt x="12777466" y="0"/>
                </a:lnTo>
                <a:lnTo>
                  <a:pt x="12777466" y="5462366"/>
                </a:lnTo>
                <a:lnTo>
                  <a:pt x="0" y="5462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30989" y="1370485"/>
            <a:ext cx="17032490" cy="131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4"/>
              </a:lnSpc>
            </a:pPr>
            <a:r>
              <a:rPr lang="en-US" sz="7696" dirty="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GRÁFICO DE EFICIENCIA POR CANTIDAD DE CLICKS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FD2E61B6-7EA4-9D6F-8EA9-B7FDF4673F9D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A4D74565-9F7B-60B9-ACD1-D9A80E73EB89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3D75EF8A-DB04-F544-EF23-2B0422A0B2CA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B13C3451-9AC2-B550-8029-2E6DF3D7D913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2702273" y="2727452"/>
            <a:ext cx="12665451" cy="6047753"/>
          </a:xfrm>
          <a:custGeom>
            <a:avLst/>
            <a:gdLst/>
            <a:ahLst/>
            <a:cxnLst/>
            <a:rect l="l" t="t" r="r" b="b"/>
            <a:pathLst>
              <a:path w="12665451" h="6047753">
                <a:moveTo>
                  <a:pt x="0" y="0"/>
                </a:moveTo>
                <a:lnTo>
                  <a:pt x="12665451" y="0"/>
                </a:lnTo>
                <a:lnTo>
                  <a:pt x="12665451" y="6047753"/>
                </a:lnTo>
                <a:lnTo>
                  <a:pt x="0" y="6047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830989" y="1568606"/>
            <a:ext cx="17267080" cy="1120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64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GRÁFICO RELACIÓN ENTRE TIEMPO DE REACCIÓN Y ERRORES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D21C5A7-EE9A-AD1E-77C5-D066D611DBC8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64034DD5-7037-9E93-881F-711F8F913E0D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8F834EB1-2044-0913-D468-3ED2B16016F9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8493B484-B57D-4C18-AD21-018C78CC9EEE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830989" y="1202839"/>
            <a:ext cx="1293955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DOCUMENTACIÓN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259434" y="823398"/>
            <a:ext cx="2908619" cy="1919876"/>
            <a:chOff x="0" y="0"/>
            <a:chExt cx="3878159" cy="2559834"/>
          </a:xfrm>
        </p:grpSpPr>
        <p:sp>
          <p:nvSpPr>
            <p:cNvPr id="9" name="Freeform 9"/>
            <p:cNvSpPr/>
            <p:nvPr/>
          </p:nvSpPr>
          <p:spPr>
            <a:xfrm rot="10673339">
              <a:off x="1606367" y="40489"/>
              <a:ext cx="2235468" cy="2013379"/>
            </a:xfrm>
            <a:custGeom>
              <a:avLst/>
              <a:gdLst/>
              <a:ahLst/>
              <a:cxnLst/>
              <a:rect l="l" t="t" r="r" b="b"/>
              <a:pathLst>
                <a:path w="2235468" h="2013379">
                  <a:moveTo>
                    <a:pt x="0" y="0"/>
                  </a:moveTo>
                  <a:lnTo>
                    <a:pt x="2235468" y="0"/>
                  </a:lnTo>
                  <a:lnTo>
                    <a:pt x="2235468" y="2013379"/>
                  </a:lnTo>
                  <a:lnTo>
                    <a:pt x="0" y="2013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144544"/>
              <a:ext cx="3878159" cy="415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Game Station Condensed"/>
                  <a:ea typeface="Game Station Condensed"/>
                  <a:cs typeface="Game Station Condensed"/>
                  <a:sym typeface="Game Station Condensed"/>
                </a:rPr>
                <a:t>VISUALIZACIÓN REPOSITORIO AQUÍ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811981" y="7023544"/>
            <a:ext cx="9031161" cy="3263456"/>
          </a:xfrm>
          <a:custGeom>
            <a:avLst/>
            <a:gdLst/>
            <a:ahLst/>
            <a:cxnLst/>
            <a:rect l="l" t="t" r="r" b="b"/>
            <a:pathLst>
              <a:path w="9031161" h="3263456">
                <a:moveTo>
                  <a:pt x="0" y="0"/>
                </a:moveTo>
                <a:lnTo>
                  <a:pt x="9031161" y="0"/>
                </a:lnTo>
                <a:lnTo>
                  <a:pt x="9031161" y="3263456"/>
                </a:lnTo>
                <a:lnTo>
                  <a:pt x="0" y="326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8530697" y="3217907"/>
            <a:ext cx="5448154" cy="5437365"/>
          </a:xfrm>
          <a:custGeom>
            <a:avLst/>
            <a:gdLst/>
            <a:ahLst/>
            <a:cxnLst/>
            <a:rect l="l" t="t" r="r" b="b"/>
            <a:pathLst>
              <a:path w="5448154" h="5437365">
                <a:moveTo>
                  <a:pt x="0" y="0"/>
                </a:moveTo>
                <a:lnTo>
                  <a:pt x="5448154" y="0"/>
                </a:lnTo>
                <a:lnTo>
                  <a:pt x="5448154" y="5437365"/>
                </a:lnTo>
                <a:lnTo>
                  <a:pt x="0" y="5437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811981" y="3288115"/>
            <a:ext cx="7886989" cy="3046350"/>
          </a:xfrm>
          <a:custGeom>
            <a:avLst/>
            <a:gdLst/>
            <a:ahLst/>
            <a:cxnLst/>
            <a:rect l="l" t="t" r="r" b="b"/>
            <a:pathLst>
              <a:path w="7886989" h="3046350">
                <a:moveTo>
                  <a:pt x="0" y="0"/>
                </a:moveTo>
                <a:lnTo>
                  <a:pt x="7886989" y="0"/>
                </a:lnTo>
                <a:lnTo>
                  <a:pt x="7886989" y="3046350"/>
                </a:lnTo>
                <a:lnTo>
                  <a:pt x="0" y="3046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692342" y="2618086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19" lvl="1" indent="-267060" algn="l">
              <a:lnSpc>
                <a:spcPts val="2300"/>
              </a:lnSpc>
              <a:spcBef>
                <a:spcPct val="0"/>
              </a:spcBef>
              <a:buAutoNum type="arabicPeriod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ENTRNAR_MODELO.PY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98970" y="2708524"/>
            <a:ext cx="3971022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2. BASE DE DATOS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0989" y="6671218"/>
            <a:ext cx="2898215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3.URLS.PY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8B11F080-A35B-43CB-E51E-D22C7CA702F2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F91FA604-26A5-B37A-E0ED-5914D1B7F8EB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59E0E497-85BC-5E24-3C79-7E850F0C4809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792B2910-2060-F524-FF7A-4B1412867C25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468046" y="2963046"/>
          <a:ext cx="15351908" cy="773430"/>
        </p:xfrm>
        <a:graphic>
          <a:graphicData uri="http://schemas.openxmlformats.org/drawingml/2006/table">
            <a:tbl>
              <a:tblPr/>
              <a:tblGrid>
                <a:gridCol w="3703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5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683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Precision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ACCURACY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7510183" y="1322222"/>
            <a:ext cx="3267633" cy="99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5"/>
              </a:lnSpc>
            </a:pPr>
            <a:r>
              <a:rPr lang="en-US" sz="55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KPI’S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01FE225C-A741-3678-DB7D-013639A65C05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3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533D3A31-4DFC-CDCB-DA3C-CC2717E1DF54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402786B5-3011-16AC-1BD2-A446AA211174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2C2EE4E1-F55A-D232-07C2-D83191AF325E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2962697" y="3294879"/>
            <a:ext cx="4069911" cy="4114800"/>
          </a:xfrm>
          <a:custGeom>
            <a:avLst/>
            <a:gdLst/>
            <a:ahLst/>
            <a:cxnLst/>
            <a:rect l="l" t="t" r="r" b="b"/>
            <a:pathLst>
              <a:path w="4069911" h="4114800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424714">
            <a:off x="1028700" y="5143500"/>
            <a:ext cx="3658431" cy="4114800"/>
          </a:xfrm>
          <a:custGeom>
            <a:avLst/>
            <a:gdLst/>
            <a:ahLst/>
            <a:cxnLst/>
            <a:rect l="l" t="t" r="r" b="b"/>
            <a:pathLst>
              <a:path w="3658431" h="4114800">
                <a:moveTo>
                  <a:pt x="0" y="0"/>
                </a:moveTo>
                <a:lnTo>
                  <a:pt x="3658431" y="0"/>
                </a:lnTo>
                <a:lnTo>
                  <a:pt x="36584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377260" y="1325337"/>
            <a:ext cx="175334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PROYECCIONES FUTURAS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FB2198F-7DEC-16B7-2989-859FF3A4DC8E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AB63CCDF-29C3-83D7-98E0-D6BD78202039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1C456C11-DCE7-E5D8-D184-302D5FDE35FC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AB748257-E7E3-FA77-04BD-F30D328D4EC8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34A8">
                <a:alpha val="100000"/>
              </a:srgbClr>
            </a:gs>
            <a:gs pos="100000">
              <a:srgbClr val="201A54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385545" y="3869572"/>
            <a:ext cx="15516911" cy="1614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53"/>
              </a:lnSpc>
              <a:spcBef>
                <a:spcPct val="0"/>
              </a:spcBef>
            </a:pPr>
            <a:r>
              <a:rPr lang="en-US" sz="640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presentación finalizada, ¡Vamos a la prueba!</a:t>
            </a:r>
          </a:p>
        </p:txBody>
      </p:sp>
      <p:sp>
        <p:nvSpPr>
          <p:cNvPr id="4" name="Freeform 4"/>
          <p:cNvSpPr/>
          <p:nvPr/>
        </p:nvSpPr>
        <p:spPr>
          <a:xfrm rot="-10438255" flipH="1">
            <a:off x="14513299" y="4580951"/>
            <a:ext cx="2213570" cy="1807078"/>
          </a:xfrm>
          <a:custGeom>
            <a:avLst/>
            <a:gdLst/>
            <a:ahLst/>
            <a:cxnLst/>
            <a:rect l="l" t="t" r="r" b="b"/>
            <a:pathLst>
              <a:path w="2213570" h="1807078">
                <a:moveTo>
                  <a:pt x="2213569" y="0"/>
                </a:moveTo>
                <a:lnTo>
                  <a:pt x="0" y="0"/>
                </a:lnTo>
                <a:lnTo>
                  <a:pt x="0" y="1807078"/>
                </a:lnTo>
                <a:lnTo>
                  <a:pt x="2213569" y="1807078"/>
                </a:lnTo>
                <a:lnTo>
                  <a:pt x="22135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AutoShape 5">
            <a:hlinkClick r:id="rId5" action="ppaction://hlinksldjump"/>
          </p:cNvPr>
          <p:cNvSpPr/>
          <p:nvPr/>
        </p:nvSpPr>
        <p:spPr>
          <a:xfrm>
            <a:off x="17260183" y="536696"/>
            <a:ext cx="4281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>
            <a:hlinkClick r:id="rId5" action="ppaction://hlinksldjump"/>
          </p:cNvPr>
          <p:cNvSpPr/>
          <p:nvPr/>
        </p:nvSpPr>
        <p:spPr>
          <a:xfrm>
            <a:off x="17260183" y="670998"/>
            <a:ext cx="4281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AutoShape 7">
            <a:hlinkClick r:id="rId5" action="ppaction://hlinksldjump"/>
          </p:cNvPr>
          <p:cNvSpPr/>
          <p:nvPr/>
        </p:nvSpPr>
        <p:spPr>
          <a:xfrm>
            <a:off x="17260183" y="804348"/>
            <a:ext cx="4281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-1580702">
            <a:off x="1537244" y="4728119"/>
            <a:ext cx="2140241" cy="2077979"/>
          </a:xfrm>
          <a:custGeom>
            <a:avLst/>
            <a:gdLst/>
            <a:ahLst/>
            <a:cxnLst/>
            <a:rect l="l" t="t" r="r" b="b"/>
            <a:pathLst>
              <a:path w="2140241" h="2077979">
                <a:moveTo>
                  <a:pt x="0" y="0"/>
                </a:moveTo>
                <a:lnTo>
                  <a:pt x="2140241" y="0"/>
                </a:lnTo>
                <a:lnTo>
                  <a:pt x="2140241" y="2077980"/>
                </a:lnTo>
                <a:lnTo>
                  <a:pt x="0" y="2077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DC7610D6-DE85-EDB8-5200-B9E3941A4748}"/>
              </a:ext>
            </a:extLst>
          </p:cNvPr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38C48A9C-2628-9E94-2525-820518CF8E26}"/>
              </a:ext>
            </a:extLst>
          </p:cNvPr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306AA1D5-3333-0525-B48C-4A418CAF35AA}"/>
              </a:ext>
            </a:extLst>
          </p:cNvPr>
          <p:cNvSpPr txBox="1"/>
          <p:nvPr/>
        </p:nvSpPr>
        <p:spPr>
          <a:xfrm>
            <a:off x="14713744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8E77EC5F-29E7-FB67-C751-D9AFD95D3BEB}"/>
              </a:ext>
            </a:extLst>
          </p:cNvPr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227</Words>
  <Application>Microsoft Office PowerPoint</Application>
  <PresentationFormat>Personalizado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Game Station Condensed</vt:lpstr>
      <vt:lpstr>Arcade Gamer</vt:lpstr>
      <vt:lpstr>Calibri</vt:lpstr>
      <vt:lpstr>Arial</vt:lpstr>
      <vt:lpstr>League Spartan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Presentacion_Proyecto español</dc:title>
  <cp:lastModifiedBy>sofia paz cartagena castro</cp:lastModifiedBy>
  <cp:revision>1</cp:revision>
  <dcterms:created xsi:type="dcterms:W3CDTF">2006-08-16T00:00:00Z</dcterms:created>
  <dcterms:modified xsi:type="dcterms:W3CDTF">2025-11-25T20:46:20Z</dcterms:modified>
  <dc:identifier>DAG1ykgQq88</dc:identifier>
</cp:coreProperties>
</file>