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cade Gamer" panose="020B0604020202020204" charset="0"/>
      <p:regular r:id="rId19"/>
    </p:embeddedFont>
    <p:embeddedFont>
      <p:font typeface="Game Station Condensed" panose="020B0604020202020204" charset="0"/>
      <p:regular r:id="rId20"/>
    </p:embeddedFont>
    <p:embeddedFont>
      <p:font typeface="League Sparta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55D43-2A69-4F67-9E4C-D803478DBB56}" v="24" dt="2025-11-25T21:14:26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paz cartagena castro" userId="66ebe971d739352b" providerId="LiveId" clId="{4ECB9EF4-457B-4E05-A081-887402026DE1}"/>
    <pc:docChg chg="undo custSel modSld">
      <pc:chgData name="sofia paz cartagena castro" userId="66ebe971d739352b" providerId="LiveId" clId="{4ECB9EF4-457B-4E05-A081-887402026DE1}" dt="2025-11-25T21:14:26.381" v="51"/>
      <pc:docMkLst>
        <pc:docMk/>
      </pc:docMkLst>
      <pc:sldChg chg="modSp mod">
        <pc:chgData name="sofia paz cartagena castro" userId="66ebe971d739352b" providerId="LiveId" clId="{4ECB9EF4-457B-4E05-A081-887402026DE1}" dt="2025-11-25T21:10:55.321" v="1" actId="207"/>
        <pc:sldMkLst>
          <pc:docMk/>
          <pc:sldMk cId="0" sldId="256"/>
        </pc:sldMkLst>
        <pc:spChg chg="mod">
          <ac:chgData name="sofia paz cartagena castro" userId="66ebe971d739352b" providerId="LiveId" clId="{4ECB9EF4-457B-4E05-A081-887402026DE1}" dt="2025-11-25T21:10:49.397" v="0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0:55.321" v="1" actId="20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0:55.321" v="1" actId="20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0:55.321" v="1" actId="20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21:12:18.529" v="20" actId="20577"/>
        <pc:sldMkLst>
          <pc:docMk/>
          <pc:sldMk cId="0" sldId="257"/>
        </pc:sldMkLst>
        <pc:spChg chg="mod">
          <ac:chgData name="sofia paz cartagena castro" userId="66ebe971d739352b" providerId="LiveId" clId="{4ECB9EF4-457B-4E05-A081-887402026DE1}" dt="2025-11-25T21:12:09.461" v="15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2:09.461" v="15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2:18.529" v="20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1:12:09.461" v="15" actId="207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">
        <pc:chgData name="sofia paz cartagena castro" userId="66ebe971d739352b" providerId="LiveId" clId="{4ECB9EF4-457B-4E05-A081-887402026DE1}" dt="2025-11-25T21:12:41.567" v="22"/>
        <pc:sldMkLst>
          <pc:docMk/>
          <pc:sldMk cId="0" sldId="258"/>
        </pc:sldMkLst>
        <pc:spChg chg="add del">
          <ac:chgData name="sofia paz cartagena castro" userId="66ebe971d739352b" providerId="LiveId" clId="{4ECB9EF4-457B-4E05-A081-887402026DE1}" dt="2025-11-25T21:12:41.180" v="21" actId="478"/>
          <ac:spMkLst>
            <pc:docMk/>
            <pc:sldMk cId="0" sldId="258"/>
            <ac:spMk id="9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2:41.180" v="21" actId="478"/>
          <ac:spMkLst>
            <pc:docMk/>
            <pc:sldMk cId="0" sldId="258"/>
            <ac:spMk id="10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2:41.180" v="21" actId="478"/>
          <ac:spMkLst>
            <pc:docMk/>
            <pc:sldMk cId="0" sldId="258"/>
            <ac:spMk id="11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2:41.180" v="21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1:09.503" v="4"/>
          <ac:spMkLst>
            <pc:docMk/>
            <pc:sldMk cId="0" sldId="258"/>
            <ac:spMk id="14" creationId="{3E1A6C99-ED86-3EF3-6FCC-9E66D4D7DBD9}"/>
          </ac:spMkLst>
        </pc:spChg>
        <pc:spChg chg="add mod">
          <ac:chgData name="sofia paz cartagena castro" userId="66ebe971d739352b" providerId="LiveId" clId="{4ECB9EF4-457B-4E05-A081-887402026DE1}" dt="2025-11-25T21:11:09.503" v="4"/>
          <ac:spMkLst>
            <pc:docMk/>
            <pc:sldMk cId="0" sldId="258"/>
            <ac:spMk id="15" creationId="{080EC6C3-E6B7-D3E0-E435-E58E841C15A1}"/>
          </ac:spMkLst>
        </pc:spChg>
        <pc:spChg chg="add mod">
          <ac:chgData name="sofia paz cartagena castro" userId="66ebe971d739352b" providerId="LiveId" clId="{4ECB9EF4-457B-4E05-A081-887402026DE1}" dt="2025-11-25T21:11:09.503" v="4"/>
          <ac:spMkLst>
            <pc:docMk/>
            <pc:sldMk cId="0" sldId="258"/>
            <ac:spMk id="16" creationId="{540BCA88-5991-3B83-A5E7-B148B25058F4}"/>
          </ac:spMkLst>
        </pc:spChg>
        <pc:spChg chg="add mod">
          <ac:chgData name="sofia paz cartagena castro" userId="66ebe971d739352b" providerId="LiveId" clId="{4ECB9EF4-457B-4E05-A081-887402026DE1}" dt="2025-11-25T21:11:09.503" v="4"/>
          <ac:spMkLst>
            <pc:docMk/>
            <pc:sldMk cId="0" sldId="258"/>
            <ac:spMk id="17" creationId="{9FBBCC91-E278-4951-A2CB-958AE351288A}"/>
          </ac:spMkLst>
        </pc:spChg>
        <pc:spChg chg="add mod">
          <ac:chgData name="sofia paz cartagena castro" userId="66ebe971d739352b" providerId="LiveId" clId="{4ECB9EF4-457B-4E05-A081-887402026DE1}" dt="2025-11-25T21:12:41.567" v="22"/>
          <ac:spMkLst>
            <pc:docMk/>
            <pc:sldMk cId="0" sldId="258"/>
            <ac:spMk id="18" creationId="{53972C95-66A0-A743-6760-2DA73B777CBB}"/>
          </ac:spMkLst>
        </pc:spChg>
        <pc:spChg chg="add mod">
          <ac:chgData name="sofia paz cartagena castro" userId="66ebe971d739352b" providerId="LiveId" clId="{4ECB9EF4-457B-4E05-A081-887402026DE1}" dt="2025-11-25T21:12:41.567" v="22"/>
          <ac:spMkLst>
            <pc:docMk/>
            <pc:sldMk cId="0" sldId="258"/>
            <ac:spMk id="19" creationId="{4F3C6621-8C48-4E88-58A3-ACCBA8124A68}"/>
          </ac:spMkLst>
        </pc:spChg>
        <pc:spChg chg="add mod">
          <ac:chgData name="sofia paz cartagena castro" userId="66ebe971d739352b" providerId="LiveId" clId="{4ECB9EF4-457B-4E05-A081-887402026DE1}" dt="2025-11-25T21:12:41.567" v="22"/>
          <ac:spMkLst>
            <pc:docMk/>
            <pc:sldMk cId="0" sldId="258"/>
            <ac:spMk id="20" creationId="{1783AF36-4B39-354C-C169-2063C5120CCC}"/>
          </ac:spMkLst>
        </pc:spChg>
        <pc:spChg chg="add mod">
          <ac:chgData name="sofia paz cartagena castro" userId="66ebe971d739352b" providerId="LiveId" clId="{4ECB9EF4-457B-4E05-A081-887402026DE1}" dt="2025-11-25T21:12:41.567" v="22"/>
          <ac:spMkLst>
            <pc:docMk/>
            <pc:sldMk cId="0" sldId="258"/>
            <ac:spMk id="21" creationId="{1C20FBFD-9A16-E264-2E1F-5F00407FF418}"/>
          </ac:spMkLst>
        </pc:spChg>
      </pc:sldChg>
      <pc:sldChg chg="addSp delSp modSp mod">
        <pc:chgData name="sofia paz cartagena castro" userId="66ebe971d739352b" providerId="LiveId" clId="{4ECB9EF4-457B-4E05-A081-887402026DE1}" dt="2025-11-25T21:12:50.118" v="23"/>
        <pc:sldMkLst>
          <pc:docMk/>
          <pc:sldMk cId="0" sldId="259"/>
        </pc:sldMkLst>
        <pc:spChg chg="add del">
          <ac:chgData name="sofia paz cartagena castro" userId="66ebe971d739352b" providerId="LiveId" clId="{4ECB9EF4-457B-4E05-A081-887402026DE1}" dt="2025-11-25T21:11:19.250" v="7" actId="478"/>
          <ac:spMkLst>
            <pc:docMk/>
            <pc:sldMk cId="0" sldId="259"/>
            <ac:spMk id="10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1:19.250" v="7" actId="478"/>
          <ac:spMkLst>
            <pc:docMk/>
            <pc:sldMk cId="0" sldId="259"/>
            <ac:spMk id="11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1:19.250" v="7" actId="478"/>
          <ac:spMkLst>
            <pc:docMk/>
            <pc:sldMk cId="0" sldId="259"/>
            <ac:spMk id="12" creationId="{00000000-0000-0000-0000-000000000000}"/>
          </ac:spMkLst>
        </pc:spChg>
        <pc:spChg chg="add del">
          <ac:chgData name="sofia paz cartagena castro" userId="66ebe971d739352b" providerId="LiveId" clId="{4ECB9EF4-457B-4E05-A081-887402026DE1}" dt="2025-11-25T21:11:19.250" v="7" actId="478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1:14.500" v="6"/>
          <ac:spMkLst>
            <pc:docMk/>
            <pc:sldMk cId="0" sldId="259"/>
            <ac:spMk id="15" creationId="{D684096D-E705-ECEB-8FE7-CAEC4072FA0C}"/>
          </ac:spMkLst>
        </pc:spChg>
        <pc:spChg chg="add mod">
          <ac:chgData name="sofia paz cartagena castro" userId="66ebe971d739352b" providerId="LiveId" clId="{4ECB9EF4-457B-4E05-A081-887402026DE1}" dt="2025-11-25T21:11:14.500" v="6"/>
          <ac:spMkLst>
            <pc:docMk/>
            <pc:sldMk cId="0" sldId="259"/>
            <ac:spMk id="16" creationId="{DC81A829-5F45-F561-52CC-C6573A941954}"/>
          </ac:spMkLst>
        </pc:spChg>
        <pc:spChg chg="add mod">
          <ac:chgData name="sofia paz cartagena castro" userId="66ebe971d739352b" providerId="LiveId" clId="{4ECB9EF4-457B-4E05-A081-887402026DE1}" dt="2025-11-25T21:11:14.500" v="6"/>
          <ac:spMkLst>
            <pc:docMk/>
            <pc:sldMk cId="0" sldId="259"/>
            <ac:spMk id="17" creationId="{7336EEDF-5735-27C3-B425-9857EF5E59AE}"/>
          </ac:spMkLst>
        </pc:spChg>
        <pc:spChg chg="add mod">
          <ac:chgData name="sofia paz cartagena castro" userId="66ebe971d739352b" providerId="LiveId" clId="{4ECB9EF4-457B-4E05-A081-887402026DE1}" dt="2025-11-25T21:11:14.500" v="6"/>
          <ac:spMkLst>
            <pc:docMk/>
            <pc:sldMk cId="0" sldId="259"/>
            <ac:spMk id="18" creationId="{427355D5-814D-7079-9062-4D9F6A6A467C}"/>
          </ac:spMkLst>
        </pc:spChg>
        <pc:spChg chg="add mod">
          <ac:chgData name="sofia paz cartagena castro" userId="66ebe971d739352b" providerId="LiveId" clId="{4ECB9EF4-457B-4E05-A081-887402026DE1}" dt="2025-11-25T21:12:50.118" v="23"/>
          <ac:spMkLst>
            <pc:docMk/>
            <pc:sldMk cId="0" sldId="259"/>
            <ac:spMk id="19" creationId="{9FC19B5E-A745-ADE0-0480-6D34CE80E086}"/>
          </ac:spMkLst>
        </pc:spChg>
        <pc:spChg chg="add mod">
          <ac:chgData name="sofia paz cartagena castro" userId="66ebe971d739352b" providerId="LiveId" clId="{4ECB9EF4-457B-4E05-A081-887402026DE1}" dt="2025-11-25T21:12:50.118" v="23"/>
          <ac:spMkLst>
            <pc:docMk/>
            <pc:sldMk cId="0" sldId="259"/>
            <ac:spMk id="20" creationId="{F8FC2D15-E57A-6DA1-95FD-E038909E9D7B}"/>
          </ac:spMkLst>
        </pc:spChg>
        <pc:spChg chg="add mod">
          <ac:chgData name="sofia paz cartagena castro" userId="66ebe971d739352b" providerId="LiveId" clId="{4ECB9EF4-457B-4E05-A081-887402026DE1}" dt="2025-11-25T21:12:50.118" v="23"/>
          <ac:spMkLst>
            <pc:docMk/>
            <pc:sldMk cId="0" sldId="259"/>
            <ac:spMk id="21" creationId="{DE971B10-C6DE-80AD-AA68-3CDB1FE66B82}"/>
          </ac:spMkLst>
        </pc:spChg>
        <pc:spChg chg="add mod">
          <ac:chgData name="sofia paz cartagena castro" userId="66ebe971d739352b" providerId="LiveId" clId="{4ECB9EF4-457B-4E05-A081-887402026DE1}" dt="2025-11-25T21:12:50.118" v="23"/>
          <ac:spMkLst>
            <pc:docMk/>
            <pc:sldMk cId="0" sldId="259"/>
            <ac:spMk id="22" creationId="{F82EAC47-7729-1DF8-C5BA-356A318D82C6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11.626" v="28"/>
        <pc:sldMkLst>
          <pc:docMk/>
          <pc:sldMk cId="0" sldId="260"/>
        </pc:sldMkLst>
        <pc:spChg chg="del">
          <ac:chgData name="sofia paz cartagena castro" userId="66ebe971d739352b" providerId="LiveId" clId="{4ECB9EF4-457B-4E05-A081-887402026DE1}" dt="2025-11-25T21:13:11.192" v="27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1.192" v="27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1.192" v="27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1.192" v="27" actId="478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03.852" v="25" actId="571"/>
          <ac:spMkLst>
            <pc:docMk/>
            <pc:sldMk cId="0" sldId="260"/>
            <ac:spMk id="14" creationId="{BA1FB3A0-A413-BF11-A114-DD28DA6A342F}"/>
          </ac:spMkLst>
        </pc:spChg>
        <pc:spChg chg="add mod">
          <ac:chgData name="sofia paz cartagena castro" userId="66ebe971d739352b" providerId="LiveId" clId="{4ECB9EF4-457B-4E05-A081-887402026DE1}" dt="2025-11-25T21:13:07.981" v="26"/>
          <ac:spMkLst>
            <pc:docMk/>
            <pc:sldMk cId="0" sldId="260"/>
            <ac:spMk id="15" creationId="{BA153333-7C7C-DF68-4A75-ECC17A41EA72}"/>
          </ac:spMkLst>
        </pc:spChg>
        <pc:spChg chg="add mod">
          <ac:chgData name="sofia paz cartagena castro" userId="66ebe971d739352b" providerId="LiveId" clId="{4ECB9EF4-457B-4E05-A081-887402026DE1}" dt="2025-11-25T21:13:07.981" v="26"/>
          <ac:spMkLst>
            <pc:docMk/>
            <pc:sldMk cId="0" sldId="260"/>
            <ac:spMk id="16" creationId="{7EB489C7-2E9A-9087-854E-AFA5FB4120E0}"/>
          </ac:spMkLst>
        </pc:spChg>
        <pc:spChg chg="add mod">
          <ac:chgData name="sofia paz cartagena castro" userId="66ebe971d739352b" providerId="LiveId" clId="{4ECB9EF4-457B-4E05-A081-887402026DE1}" dt="2025-11-25T21:13:07.981" v="26"/>
          <ac:spMkLst>
            <pc:docMk/>
            <pc:sldMk cId="0" sldId="260"/>
            <ac:spMk id="17" creationId="{5DDDA3E0-81C9-8321-65AC-127577248E7D}"/>
          </ac:spMkLst>
        </pc:spChg>
        <pc:spChg chg="add mod">
          <ac:chgData name="sofia paz cartagena castro" userId="66ebe971d739352b" providerId="LiveId" clId="{4ECB9EF4-457B-4E05-A081-887402026DE1}" dt="2025-11-25T21:13:07.981" v="26"/>
          <ac:spMkLst>
            <pc:docMk/>
            <pc:sldMk cId="0" sldId="260"/>
            <ac:spMk id="18" creationId="{C77C242F-E1F7-432A-7C20-7A3932E5EA1D}"/>
          </ac:spMkLst>
        </pc:spChg>
        <pc:spChg chg="add mod">
          <ac:chgData name="sofia paz cartagena castro" userId="66ebe971d739352b" providerId="LiveId" clId="{4ECB9EF4-457B-4E05-A081-887402026DE1}" dt="2025-11-25T21:13:11.626" v="28"/>
          <ac:spMkLst>
            <pc:docMk/>
            <pc:sldMk cId="0" sldId="260"/>
            <ac:spMk id="19" creationId="{6559C4F2-EDDA-111A-904E-AE7408B58D97}"/>
          </ac:spMkLst>
        </pc:spChg>
        <pc:spChg chg="add mod">
          <ac:chgData name="sofia paz cartagena castro" userId="66ebe971d739352b" providerId="LiveId" clId="{4ECB9EF4-457B-4E05-A081-887402026DE1}" dt="2025-11-25T21:13:11.626" v="28"/>
          <ac:spMkLst>
            <pc:docMk/>
            <pc:sldMk cId="0" sldId="260"/>
            <ac:spMk id="20" creationId="{1A3BBF90-E57F-5DE7-E3EE-2965F5AD3DE2}"/>
          </ac:spMkLst>
        </pc:spChg>
        <pc:spChg chg="add mod">
          <ac:chgData name="sofia paz cartagena castro" userId="66ebe971d739352b" providerId="LiveId" clId="{4ECB9EF4-457B-4E05-A081-887402026DE1}" dt="2025-11-25T21:13:11.626" v="28"/>
          <ac:spMkLst>
            <pc:docMk/>
            <pc:sldMk cId="0" sldId="260"/>
            <ac:spMk id="21" creationId="{F9E2F92C-0B33-4367-5E40-D3F865C0DD72}"/>
          </ac:spMkLst>
        </pc:spChg>
        <pc:spChg chg="add mod">
          <ac:chgData name="sofia paz cartagena castro" userId="66ebe971d739352b" providerId="LiveId" clId="{4ECB9EF4-457B-4E05-A081-887402026DE1}" dt="2025-11-25T21:13:11.626" v="28"/>
          <ac:spMkLst>
            <pc:docMk/>
            <pc:sldMk cId="0" sldId="260"/>
            <ac:spMk id="22" creationId="{DA03FC00-5FCD-B81E-1517-7548E0137381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19.932" v="30"/>
        <pc:sldMkLst>
          <pc:docMk/>
          <pc:sldMk cId="0" sldId="261"/>
        </pc:sldMkLst>
        <pc:spChg chg="del">
          <ac:chgData name="sofia paz cartagena castro" userId="66ebe971d739352b" providerId="LiveId" clId="{4ECB9EF4-457B-4E05-A081-887402026DE1}" dt="2025-11-25T21:13:19.626" v="29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9.626" v="29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9.626" v="29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19.626" v="29" actId="478"/>
          <ac:spMkLst>
            <pc:docMk/>
            <pc:sldMk cId="0" sldId="261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19.932" v="30"/>
          <ac:spMkLst>
            <pc:docMk/>
            <pc:sldMk cId="0" sldId="261"/>
            <ac:spMk id="13" creationId="{00507292-3C0D-0CC5-CBDD-9827808140BA}"/>
          </ac:spMkLst>
        </pc:spChg>
        <pc:spChg chg="add mod">
          <ac:chgData name="sofia paz cartagena castro" userId="66ebe971d739352b" providerId="LiveId" clId="{4ECB9EF4-457B-4E05-A081-887402026DE1}" dt="2025-11-25T21:13:19.932" v="30"/>
          <ac:spMkLst>
            <pc:docMk/>
            <pc:sldMk cId="0" sldId="261"/>
            <ac:spMk id="14" creationId="{B2739774-C9F9-3537-443D-115483D58236}"/>
          </ac:spMkLst>
        </pc:spChg>
        <pc:spChg chg="add mod">
          <ac:chgData name="sofia paz cartagena castro" userId="66ebe971d739352b" providerId="LiveId" clId="{4ECB9EF4-457B-4E05-A081-887402026DE1}" dt="2025-11-25T21:13:19.932" v="30"/>
          <ac:spMkLst>
            <pc:docMk/>
            <pc:sldMk cId="0" sldId="261"/>
            <ac:spMk id="15" creationId="{B78690A4-C7F4-CAD9-4250-7C059BEAAA22}"/>
          </ac:spMkLst>
        </pc:spChg>
        <pc:spChg chg="add mod">
          <ac:chgData name="sofia paz cartagena castro" userId="66ebe971d739352b" providerId="LiveId" clId="{4ECB9EF4-457B-4E05-A081-887402026DE1}" dt="2025-11-25T21:13:19.932" v="30"/>
          <ac:spMkLst>
            <pc:docMk/>
            <pc:sldMk cId="0" sldId="261"/>
            <ac:spMk id="16" creationId="{7BED582B-974B-237D-6A69-7312EA46EFFB}"/>
          </ac:spMkLst>
        </pc:spChg>
      </pc:sldChg>
      <pc:sldChg chg="addSp modSp">
        <pc:chgData name="sofia paz cartagena castro" userId="66ebe971d739352b" providerId="LiveId" clId="{4ECB9EF4-457B-4E05-A081-887402026DE1}" dt="2025-11-25T21:13:24.335" v="31"/>
        <pc:sldMkLst>
          <pc:docMk/>
          <pc:sldMk cId="0" sldId="262"/>
        </pc:sldMkLst>
        <pc:spChg chg="add mod">
          <ac:chgData name="sofia paz cartagena castro" userId="66ebe971d739352b" providerId="LiveId" clId="{4ECB9EF4-457B-4E05-A081-887402026DE1}" dt="2025-11-25T21:13:24.335" v="31"/>
          <ac:spMkLst>
            <pc:docMk/>
            <pc:sldMk cId="0" sldId="262"/>
            <ac:spMk id="14" creationId="{5D76DE12-C973-0670-0D82-E3751C4537EE}"/>
          </ac:spMkLst>
        </pc:spChg>
        <pc:spChg chg="add mod">
          <ac:chgData name="sofia paz cartagena castro" userId="66ebe971d739352b" providerId="LiveId" clId="{4ECB9EF4-457B-4E05-A081-887402026DE1}" dt="2025-11-25T21:13:24.335" v="31"/>
          <ac:spMkLst>
            <pc:docMk/>
            <pc:sldMk cId="0" sldId="262"/>
            <ac:spMk id="15" creationId="{5491560D-BD2D-08A0-84F0-6994E826BC70}"/>
          </ac:spMkLst>
        </pc:spChg>
        <pc:spChg chg="add mod">
          <ac:chgData name="sofia paz cartagena castro" userId="66ebe971d739352b" providerId="LiveId" clId="{4ECB9EF4-457B-4E05-A081-887402026DE1}" dt="2025-11-25T21:13:24.335" v="31"/>
          <ac:spMkLst>
            <pc:docMk/>
            <pc:sldMk cId="0" sldId="262"/>
            <ac:spMk id="16" creationId="{E0E6BD2F-335F-9142-8F4F-E559EF79716B}"/>
          </ac:spMkLst>
        </pc:spChg>
        <pc:spChg chg="add mod">
          <ac:chgData name="sofia paz cartagena castro" userId="66ebe971d739352b" providerId="LiveId" clId="{4ECB9EF4-457B-4E05-A081-887402026DE1}" dt="2025-11-25T21:13:24.335" v="31"/>
          <ac:spMkLst>
            <pc:docMk/>
            <pc:sldMk cId="0" sldId="262"/>
            <ac:spMk id="17" creationId="{D476652D-16AE-2434-5EF8-9824A053D323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31.497" v="33"/>
        <pc:sldMkLst>
          <pc:docMk/>
          <pc:sldMk cId="0" sldId="263"/>
        </pc:sldMkLst>
        <pc:spChg chg="del">
          <ac:chgData name="sofia paz cartagena castro" userId="66ebe971d739352b" providerId="LiveId" clId="{4ECB9EF4-457B-4E05-A081-887402026DE1}" dt="2025-11-25T21:13:31.130" v="32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1.130" v="32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1.130" v="32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1.130" v="32" actId="478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31.497" v="33"/>
          <ac:spMkLst>
            <pc:docMk/>
            <pc:sldMk cId="0" sldId="263"/>
            <ac:spMk id="22" creationId="{CE989B2C-8AA6-D04C-5445-1A9AB1998AAF}"/>
          </ac:spMkLst>
        </pc:spChg>
        <pc:spChg chg="add mod">
          <ac:chgData name="sofia paz cartagena castro" userId="66ebe971d739352b" providerId="LiveId" clId="{4ECB9EF4-457B-4E05-A081-887402026DE1}" dt="2025-11-25T21:13:31.497" v="33"/>
          <ac:spMkLst>
            <pc:docMk/>
            <pc:sldMk cId="0" sldId="263"/>
            <ac:spMk id="23" creationId="{F1C3984A-B486-E590-F369-B242B5F331DA}"/>
          </ac:spMkLst>
        </pc:spChg>
        <pc:spChg chg="add mod">
          <ac:chgData name="sofia paz cartagena castro" userId="66ebe971d739352b" providerId="LiveId" clId="{4ECB9EF4-457B-4E05-A081-887402026DE1}" dt="2025-11-25T21:13:31.497" v="33"/>
          <ac:spMkLst>
            <pc:docMk/>
            <pc:sldMk cId="0" sldId="263"/>
            <ac:spMk id="24" creationId="{50C05ACA-41DF-FA78-A883-A66B495EAF5F}"/>
          </ac:spMkLst>
        </pc:spChg>
        <pc:spChg chg="add mod">
          <ac:chgData name="sofia paz cartagena castro" userId="66ebe971d739352b" providerId="LiveId" clId="{4ECB9EF4-457B-4E05-A081-887402026DE1}" dt="2025-11-25T21:13:31.497" v="33"/>
          <ac:spMkLst>
            <pc:docMk/>
            <pc:sldMk cId="0" sldId="263"/>
            <ac:spMk id="25" creationId="{3B514368-B4C5-1B2B-B10E-85C6CE02D70E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36.183" v="35"/>
        <pc:sldMkLst>
          <pc:docMk/>
          <pc:sldMk cId="0" sldId="264"/>
        </pc:sldMkLst>
        <pc:spChg chg="del">
          <ac:chgData name="sofia paz cartagena castro" userId="66ebe971d739352b" providerId="LiveId" clId="{4ECB9EF4-457B-4E05-A081-887402026DE1}" dt="2025-11-25T21:13:35.821" v="34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5.821" v="34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5.821" v="34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35.821" v="34" actId="478"/>
          <ac:spMkLst>
            <pc:docMk/>
            <pc:sldMk cId="0" sldId="264"/>
            <ac:spMk id="15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36.183" v="35"/>
          <ac:spMkLst>
            <pc:docMk/>
            <pc:sldMk cId="0" sldId="264"/>
            <ac:spMk id="20" creationId="{6872F885-705B-1A80-22DE-96897ADE35DE}"/>
          </ac:spMkLst>
        </pc:spChg>
        <pc:spChg chg="add mod">
          <ac:chgData name="sofia paz cartagena castro" userId="66ebe971d739352b" providerId="LiveId" clId="{4ECB9EF4-457B-4E05-A081-887402026DE1}" dt="2025-11-25T21:13:36.183" v="35"/>
          <ac:spMkLst>
            <pc:docMk/>
            <pc:sldMk cId="0" sldId="264"/>
            <ac:spMk id="21" creationId="{49612D9A-21D3-A220-94E2-38EA966C9E4F}"/>
          </ac:spMkLst>
        </pc:spChg>
        <pc:spChg chg="add mod">
          <ac:chgData name="sofia paz cartagena castro" userId="66ebe971d739352b" providerId="LiveId" clId="{4ECB9EF4-457B-4E05-A081-887402026DE1}" dt="2025-11-25T21:13:36.183" v="35"/>
          <ac:spMkLst>
            <pc:docMk/>
            <pc:sldMk cId="0" sldId="264"/>
            <ac:spMk id="22" creationId="{4818E2B0-B8D1-9168-3545-AD2338F4BF4B}"/>
          </ac:spMkLst>
        </pc:spChg>
        <pc:spChg chg="add mod">
          <ac:chgData name="sofia paz cartagena castro" userId="66ebe971d739352b" providerId="LiveId" clId="{4ECB9EF4-457B-4E05-A081-887402026DE1}" dt="2025-11-25T21:13:36.183" v="35"/>
          <ac:spMkLst>
            <pc:docMk/>
            <pc:sldMk cId="0" sldId="264"/>
            <ac:spMk id="23" creationId="{AA9D5AF0-7923-0E93-6FF3-A0FE5EBA8A1B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42.504" v="37"/>
        <pc:sldMkLst>
          <pc:docMk/>
          <pc:sldMk cId="0" sldId="265"/>
        </pc:sldMkLst>
        <pc:spChg chg="del">
          <ac:chgData name="sofia paz cartagena castro" userId="66ebe971d739352b" providerId="LiveId" clId="{4ECB9EF4-457B-4E05-A081-887402026DE1}" dt="2025-11-25T21:13:42.180" v="3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2.180" v="36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2.180" v="36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2.180" v="36" actId="478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42.504" v="37"/>
          <ac:spMkLst>
            <pc:docMk/>
            <pc:sldMk cId="0" sldId="265"/>
            <ac:spMk id="25" creationId="{0BF2CA2E-C6BC-1B32-A89C-C4A90D3C724B}"/>
          </ac:spMkLst>
        </pc:spChg>
        <pc:spChg chg="add mod">
          <ac:chgData name="sofia paz cartagena castro" userId="66ebe971d739352b" providerId="LiveId" clId="{4ECB9EF4-457B-4E05-A081-887402026DE1}" dt="2025-11-25T21:13:42.504" v="37"/>
          <ac:spMkLst>
            <pc:docMk/>
            <pc:sldMk cId="0" sldId="265"/>
            <ac:spMk id="26" creationId="{EA92B3FE-2A61-3640-746A-CC66194EF260}"/>
          </ac:spMkLst>
        </pc:spChg>
        <pc:spChg chg="add mod">
          <ac:chgData name="sofia paz cartagena castro" userId="66ebe971d739352b" providerId="LiveId" clId="{4ECB9EF4-457B-4E05-A081-887402026DE1}" dt="2025-11-25T21:13:42.504" v="37"/>
          <ac:spMkLst>
            <pc:docMk/>
            <pc:sldMk cId="0" sldId="265"/>
            <ac:spMk id="27" creationId="{DA8D200F-D6F4-632E-A503-8D544DD4FBB6}"/>
          </ac:spMkLst>
        </pc:spChg>
        <pc:spChg chg="add mod">
          <ac:chgData name="sofia paz cartagena castro" userId="66ebe971d739352b" providerId="LiveId" clId="{4ECB9EF4-457B-4E05-A081-887402026DE1}" dt="2025-11-25T21:13:42.504" v="37"/>
          <ac:spMkLst>
            <pc:docMk/>
            <pc:sldMk cId="0" sldId="265"/>
            <ac:spMk id="28" creationId="{761A4EC7-3660-C3F4-EC3F-81FE191279F7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49.274" v="39"/>
        <pc:sldMkLst>
          <pc:docMk/>
          <pc:sldMk cId="0" sldId="266"/>
        </pc:sldMkLst>
        <pc:spChg chg="del">
          <ac:chgData name="sofia paz cartagena castro" userId="66ebe971d739352b" providerId="LiveId" clId="{4ECB9EF4-457B-4E05-A081-887402026DE1}" dt="2025-11-25T21:13:48.886" v="38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8.886" v="38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8.886" v="38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48.886" v="38" actId="478"/>
          <ac:spMkLst>
            <pc:docMk/>
            <pc:sldMk cId="0" sldId="266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49.274" v="39"/>
          <ac:spMkLst>
            <pc:docMk/>
            <pc:sldMk cId="0" sldId="266"/>
            <ac:spMk id="15" creationId="{C0408476-CEFD-0093-1E5C-219150F0342A}"/>
          </ac:spMkLst>
        </pc:spChg>
        <pc:spChg chg="add mod">
          <ac:chgData name="sofia paz cartagena castro" userId="66ebe971d739352b" providerId="LiveId" clId="{4ECB9EF4-457B-4E05-A081-887402026DE1}" dt="2025-11-25T21:13:49.274" v="39"/>
          <ac:spMkLst>
            <pc:docMk/>
            <pc:sldMk cId="0" sldId="266"/>
            <ac:spMk id="16" creationId="{363892C6-0665-F8CB-F721-EB08C8A0AD2C}"/>
          </ac:spMkLst>
        </pc:spChg>
        <pc:spChg chg="add mod">
          <ac:chgData name="sofia paz cartagena castro" userId="66ebe971d739352b" providerId="LiveId" clId="{4ECB9EF4-457B-4E05-A081-887402026DE1}" dt="2025-11-25T21:13:49.274" v="39"/>
          <ac:spMkLst>
            <pc:docMk/>
            <pc:sldMk cId="0" sldId="266"/>
            <ac:spMk id="17" creationId="{6DCBDF8C-943B-9E20-5461-1F2F5C0448B5}"/>
          </ac:spMkLst>
        </pc:spChg>
        <pc:spChg chg="add mod">
          <ac:chgData name="sofia paz cartagena castro" userId="66ebe971d739352b" providerId="LiveId" clId="{4ECB9EF4-457B-4E05-A081-887402026DE1}" dt="2025-11-25T21:13:49.274" v="39"/>
          <ac:spMkLst>
            <pc:docMk/>
            <pc:sldMk cId="0" sldId="266"/>
            <ac:spMk id="18" creationId="{8582F240-DF73-3AD2-1EDA-2EE59F2D2FA0}"/>
          </ac:spMkLst>
        </pc:spChg>
      </pc:sldChg>
      <pc:sldChg chg="addSp delSp modSp mod">
        <pc:chgData name="sofia paz cartagena castro" userId="66ebe971d739352b" providerId="LiveId" clId="{4ECB9EF4-457B-4E05-A081-887402026DE1}" dt="2025-11-25T21:13:54.189" v="41"/>
        <pc:sldMkLst>
          <pc:docMk/>
          <pc:sldMk cId="0" sldId="267"/>
        </pc:sldMkLst>
        <pc:spChg chg="del">
          <ac:chgData name="sofia paz cartagena castro" userId="66ebe971d739352b" providerId="LiveId" clId="{4ECB9EF4-457B-4E05-A081-887402026DE1}" dt="2025-11-25T21:13:53.873" v="40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53.873" v="40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53.873" v="40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3:53.873" v="40" actId="478"/>
          <ac:spMkLst>
            <pc:docMk/>
            <pc:sldMk cId="0" sldId="267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3:54.189" v="41"/>
          <ac:spMkLst>
            <pc:docMk/>
            <pc:sldMk cId="0" sldId="267"/>
            <ac:spMk id="13" creationId="{D075A29D-9B07-54E8-3BB6-2E6008570011}"/>
          </ac:spMkLst>
        </pc:spChg>
        <pc:spChg chg="add mod">
          <ac:chgData name="sofia paz cartagena castro" userId="66ebe971d739352b" providerId="LiveId" clId="{4ECB9EF4-457B-4E05-A081-887402026DE1}" dt="2025-11-25T21:13:54.189" v="41"/>
          <ac:spMkLst>
            <pc:docMk/>
            <pc:sldMk cId="0" sldId="267"/>
            <ac:spMk id="14" creationId="{4FAB9C5A-35F0-4686-6C57-1DC6B5CFD55A}"/>
          </ac:spMkLst>
        </pc:spChg>
        <pc:spChg chg="add mod">
          <ac:chgData name="sofia paz cartagena castro" userId="66ebe971d739352b" providerId="LiveId" clId="{4ECB9EF4-457B-4E05-A081-887402026DE1}" dt="2025-11-25T21:13:54.189" v="41"/>
          <ac:spMkLst>
            <pc:docMk/>
            <pc:sldMk cId="0" sldId="267"/>
            <ac:spMk id="15" creationId="{5966DF74-5610-F0E3-C0A9-ACA4B2BFA90F}"/>
          </ac:spMkLst>
        </pc:spChg>
        <pc:spChg chg="add mod">
          <ac:chgData name="sofia paz cartagena castro" userId="66ebe971d739352b" providerId="LiveId" clId="{4ECB9EF4-457B-4E05-A081-887402026DE1}" dt="2025-11-25T21:13:54.189" v="41"/>
          <ac:spMkLst>
            <pc:docMk/>
            <pc:sldMk cId="0" sldId="267"/>
            <ac:spMk id="16" creationId="{B309558C-29E2-40CF-AFFD-42F2D2720C78}"/>
          </ac:spMkLst>
        </pc:spChg>
      </pc:sldChg>
      <pc:sldChg chg="addSp delSp modSp mod">
        <pc:chgData name="sofia paz cartagena castro" userId="66ebe971d739352b" providerId="LiveId" clId="{4ECB9EF4-457B-4E05-A081-887402026DE1}" dt="2025-11-25T21:14:04.368" v="43"/>
        <pc:sldMkLst>
          <pc:docMk/>
          <pc:sldMk cId="0" sldId="268"/>
        </pc:sldMkLst>
        <pc:spChg chg="del">
          <ac:chgData name="sofia paz cartagena castro" userId="66ebe971d739352b" providerId="LiveId" clId="{4ECB9EF4-457B-4E05-A081-887402026DE1}" dt="2025-11-25T21:14:04.079" v="42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04.079" v="42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04.079" v="42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04.079" v="42" actId="478"/>
          <ac:spMkLst>
            <pc:docMk/>
            <pc:sldMk cId="0" sldId="268"/>
            <ac:spMk id="11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4:04.368" v="43"/>
          <ac:spMkLst>
            <pc:docMk/>
            <pc:sldMk cId="0" sldId="268"/>
            <ac:spMk id="13" creationId="{CED763A1-8751-DDC4-69CE-0373C240C74E}"/>
          </ac:spMkLst>
        </pc:spChg>
        <pc:spChg chg="add mod">
          <ac:chgData name="sofia paz cartagena castro" userId="66ebe971d739352b" providerId="LiveId" clId="{4ECB9EF4-457B-4E05-A081-887402026DE1}" dt="2025-11-25T21:14:04.368" v="43"/>
          <ac:spMkLst>
            <pc:docMk/>
            <pc:sldMk cId="0" sldId="268"/>
            <ac:spMk id="14" creationId="{B537F3B7-5B43-AB25-A074-37D9DE842644}"/>
          </ac:spMkLst>
        </pc:spChg>
        <pc:spChg chg="add mod">
          <ac:chgData name="sofia paz cartagena castro" userId="66ebe971d739352b" providerId="LiveId" clId="{4ECB9EF4-457B-4E05-A081-887402026DE1}" dt="2025-11-25T21:14:04.368" v="43"/>
          <ac:spMkLst>
            <pc:docMk/>
            <pc:sldMk cId="0" sldId="268"/>
            <ac:spMk id="15" creationId="{9F647799-EE28-E5A9-EB77-4065DAB8DCDD}"/>
          </ac:spMkLst>
        </pc:spChg>
        <pc:spChg chg="add mod">
          <ac:chgData name="sofia paz cartagena castro" userId="66ebe971d739352b" providerId="LiveId" clId="{4ECB9EF4-457B-4E05-A081-887402026DE1}" dt="2025-11-25T21:14:04.368" v="43"/>
          <ac:spMkLst>
            <pc:docMk/>
            <pc:sldMk cId="0" sldId="268"/>
            <ac:spMk id="16" creationId="{C3E3EC88-7154-EBEE-6695-843DD2571344}"/>
          </ac:spMkLst>
        </pc:spChg>
      </pc:sldChg>
      <pc:sldChg chg="addSp delSp modSp mod">
        <pc:chgData name="sofia paz cartagena castro" userId="66ebe971d739352b" providerId="LiveId" clId="{4ECB9EF4-457B-4E05-A081-887402026DE1}" dt="2025-11-25T21:14:12.439" v="45"/>
        <pc:sldMkLst>
          <pc:docMk/>
          <pc:sldMk cId="0" sldId="269"/>
        </pc:sldMkLst>
        <pc:spChg chg="del">
          <ac:chgData name="sofia paz cartagena castro" userId="66ebe971d739352b" providerId="LiveId" clId="{4ECB9EF4-457B-4E05-A081-887402026DE1}" dt="2025-11-25T21:14:12.154" v="44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2.154" v="44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2.154" v="44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2.154" v="44" actId="478"/>
          <ac:spMkLst>
            <pc:docMk/>
            <pc:sldMk cId="0" sldId="269"/>
            <ac:spMk id="17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4:12.439" v="45"/>
          <ac:spMkLst>
            <pc:docMk/>
            <pc:sldMk cId="0" sldId="269"/>
            <ac:spMk id="21" creationId="{636F70A3-D1ED-0D53-E311-7662561D8177}"/>
          </ac:spMkLst>
        </pc:spChg>
        <pc:spChg chg="add mod">
          <ac:chgData name="sofia paz cartagena castro" userId="66ebe971d739352b" providerId="LiveId" clId="{4ECB9EF4-457B-4E05-A081-887402026DE1}" dt="2025-11-25T21:14:12.439" v="45"/>
          <ac:spMkLst>
            <pc:docMk/>
            <pc:sldMk cId="0" sldId="269"/>
            <ac:spMk id="22" creationId="{DD0CE505-7BA0-281B-44B1-CEC092811081}"/>
          </ac:spMkLst>
        </pc:spChg>
        <pc:spChg chg="add mod">
          <ac:chgData name="sofia paz cartagena castro" userId="66ebe971d739352b" providerId="LiveId" clId="{4ECB9EF4-457B-4E05-A081-887402026DE1}" dt="2025-11-25T21:14:12.439" v="45"/>
          <ac:spMkLst>
            <pc:docMk/>
            <pc:sldMk cId="0" sldId="269"/>
            <ac:spMk id="23" creationId="{B95BE795-A05D-C1D4-0EAC-71E4842AF0B1}"/>
          </ac:spMkLst>
        </pc:spChg>
        <pc:spChg chg="add mod">
          <ac:chgData name="sofia paz cartagena castro" userId="66ebe971d739352b" providerId="LiveId" clId="{4ECB9EF4-457B-4E05-A081-887402026DE1}" dt="2025-11-25T21:14:12.439" v="45"/>
          <ac:spMkLst>
            <pc:docMk/>
            <pc:sldMk cId="0" sldId="269"/>
            <ac:spMk id="24" creationId="{1513FB27-9587-A2B2-A498-B566E72375BD}"/>
          </ac:spMkLst>
        </pc:spChg>
      </pc:sldChg>
      <pc:sldChg chg="addSp delSp modSp mod">
        <pc:chgData name="sofia paz cartagena castro" userId="66ebe971d739352b" providerId="LiveId" clId="{4ECB9EF4-457B-4E05-A081-887402026DE1}" dt="2025-11-25T21:14:16.840" v="47"/>
        <pc:sldMkLst>
          <pc:docMk/>
          <pc:sldMk cId="0" sldId="270"/>
        </pc:sldMkLst>
        <pc:spChg chg="del">
          <ac:chgData name="sofia paz cartagena castro" userId="66ebe971d739352b" providerId="LiveId" clId="{4ECB9EF4-457B-4E05-A081-887402026DE1}" dt="2025-11-25T21:14:16.536" v="46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6.536" v="46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6.536" v="46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16.536" v="46" actId="478"/>
          <ac:spMkLst>
            <pc:docMk/>
            <pc:sldMk cId="0" sldId="270"/>
            <ac:spMk id="11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4:16.840" v="47"/>
          <ac:spMkLst>
            <pc:docMk/>
            <pc:sldMk cId="0" sldId="270"/>
            <ac:spMk id="13" creationId="{46B3AC31-38F4-FA50-9EFE-39A70BAC6A72}"/>
          </ac:spMkLst>
        </pc:spChg>
        <pc:spChg chg="add mod">
          <ac:chgData name="sofia paz cartagena castro" userId="66ebe971d739352b" providerId="LiveId" clId="{4ECB9EF4-457B-4E05-A081-887402026DE1}" dt="2025-11-25T21:14:16.840" v="47"/>
          <ac:spMkLst>
            <pc:docMk/>
            <pc:sldMk cId="0" sldId="270"/>
            <ac:spMk id="14" creationId="{9EEF1721-C528-201F-1816-7F7AAAB15D77}"/>
          </ac:spMkLst>
        </pc:spChg>
        <pc:spChg chg="add mod">
          <ac:chgData name="sofia paz cartagena castro" userId="66ebe971d739352b" providerId="LiveId" clId="{4ECB9EF4-457B-4E05-A081-887402026DE1}" dt="2025-11-25T21:14:16.840" v="47"/>
          <ac:spMkLst>
            <pc:docMk/>
            <pc:sldMk cId="0" sldId="270"/>
            <ac:spMk id="15" creationId="{5D1C3F90-5B8A-1509-1DC5-70F06FBF1D85}"/>
          </ac:spMkLst>
        </pc:spChg>
        <pc:spChg chg="add mod">
          <ac:chgData name="sofia paz cartagena castro" userId="66ebe971d739352b" providerId="LiveId" clId="{4ECB9EF4-457B-4E05-A081-887402026DE1}" dt="2025-11-25T21:14:16.840" v="47"/>
          <ac:spMkLst>
            <pc:docMk/>
            <pc:sldMk cId="0" sldId="270"/>
            <ac:spMk id="16" creationId="{84D762D2-104B-9682-B47E-70EC864E67D2}"/>
          </ac:spMkLst>
        </pc:spChg>
      </pc:sldChg>
      <pc:sldChg chg="addSp delSp modSp mod">
        <pc:chgData name="sofia paz cartagena castro" userId="66ebe971d739352b" providerId="LiveId" clId="{4ECB9EF4-457B-4E05-A081-887402026DE1}" dt="2025-11-25T21:14:21.851" v="49"/>
        <pc:sldMkLst>
          <pc:docMk/>
          <pc:sldMk cId="0" sldId="271"/>
        </pc:sldMkLst>
        <pc:spChg chg="del">
          <ac:chgData name="sofia paz cartagena castro" userId="66ebe971d739352b" providerId="LiveId" clId="{4ECB9EF4-457B-4E05-A081-887402026DE1}" dt="2025-11-25T21:14:21.546" v="48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1.546" v="48" actId="478"/>
          <ac:spMkLst>
            <pc:docMk/>
            <pc:sldMk cId="0" sldId="271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1.546" v="48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1.546" v="48" actId="478"/>
          <ac:spMkLst>
            <pc:docMk/>
            <pc:sldMk cId="0" sldId="271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4:21.851" v="49"/>
          <ac:spMkLst>
            <pc:docMk/>
            <pc:sldMk cId="0" sldId="271"/>
            <ac:spMk id="14" creationId="{DC7C67AD-F68C-042A-E1BB-B1635CE8974F}"/>
          </ac:spMkLst>
        </pc:spChg>
        <pc:spChg chg="add mod">
          <ac:chgData name="sofia paz cartagena castro" userId="66ebe971d739352b" providerId="LiveId" clId="{4ECB9EF4-457B-4E05-A081-887402026DE1}" dt="2025-11-25T21:14:21.851" v="49"/>
          <ac:spMkLst>
            <pc:docMk/>
            <pc:sldMk cId="0" sldId="271"/>
            <ac:spMk id="15" creationId="{8573E937-79A5-6546-FEEE-D8CCAF5EEAE4}"/>
          </ac:spMkLst>
        </pc:spChg>
        <pc:spChg chg="add mod">
          <ac:chgData name="sofia paz cartagena castro" userId="66ebe971d739352b" providerId="LiveId" clId="{4ECB9EF4-457B-4E05-A081-887402026DE1}" dt="2025-11-25T21:14:21.851" v="49"/>
          <ac:spMkLst>
            <pc:docMk/>
            <pc:sldMk cId="0" sldId="271"/>
            <ac:spMk id="16" creationId="{8651E0B0-F730-68DF-3B60-A11C9834412C}"/>
          </ac:spMkLst>
        </pc:spChg>
        <pc:spChg chg="add mod">
          <ac:chgData name="sofia paz cartagena castro" userId="66ebe971d739352b" providerId="LiveId" clId="{4ECB9EF4-457B-4E05-A081-887402026DE1}" dt="2025-11-25T21:14:21.851" v="49"/>
          <ac:spMkLst>
            <pc:docMk/>
            <pc:sldMk cId="0" sldId="271"/>
            <ac:spMk id="17" creationId="{A2D1CD7C-8457-21A9-9B2E-172E3B9EDD66}"/>
          </ac:spMkLst>
        </pc:spChg>
      </pc:sldChg>
      <pc:sldChg chg="addSp delSp modSp mod">
        <pc:chgData name="sofia paz cartagena castro" userId="66ebe971d739352b" providerId="LiveId" clId="{4ECB9EF4-457B-4E05-A081-887402026DE1}" dt="2025-11-25T21:14:26.381" v="51"/>
        <pc:sldMkLst>
          <pc:docMk/>
          <pc:sldMk cId="0" sldId="272"/>
        </pc:sldMkLst>
        <pc:spChg chg="del">
          <ac:chgData name="sofia paz cartagena castro" userId="66ebe971d739352b" providerId="LiveId" clId="{4ECB9EF4-457B-4E05-A081-887402026DE1}" dt="2025-11-25T21:14:26.077" v="50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6.077" v="50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6.077" v="50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1:14:26.077" v="50" actId="478"/>
          <ac:spMkLst>
            <pc:docMk/>
            <pc:sldMk cId="0" sldId="272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1:14:26.381" v="51"/>
          <ac:spMkLst>
            <pc:docMk/>
            <pc:sldMk cId="0" sldId="272"/>
            <ac:spMk id="13" creationId="{91BBEE20-306B-9F4D-5F3E-57E2927EF60A}"/>
          </ac:spMkLst>
        </pc:spChg>
        <pc:spChg chg="add mod">
          <ac:chgData name="sofia paz cartagena castro" userId="66ebe971d739352b" providerId="LiveId" clId="{4ECB9EF4-457B-4E05-A081-887402026DE1}" dt="2025-11-25T21:14:26.381" v="51"/>
          <ac:spMkLst>
            <pc:docMk/>
            <pc:sldMk cId="0" sldId="272"/>
            <ac:spMk id="14" creationId="{CDCD5AFA-F428-7CF9-8A62-7A159F9E4787}"/>
          </ac:spMkLst>
        </pc:spChg>
        <pc:spChg chg="add mod">
          <ac:chgData name="sofia paz cartagena castro" userId="66ebe971d739352b" providerId="LiveId" clId="{4ECB9EF4-457B-4E05-A081-887402026DE1}" dt="2025-11-25T21:14:26.381" v="51"/>
          <ac:spMkLst>
            <pc:docMk/>
            <pc:sldMk cId="0" sldId="272"/>
            <ac:spMk id="15" creationId="{790E8174-402C-17A3-B6C0-480D9676DE67}"/>
          </ac:spMkLst>
        </pc:spChg>
        <pc:spChg chg="add mod">
          <ac:chgData name="sofia paz cartagena castro" userId="66ebe971d739352b" providerId="LiveId" clId="{4ECB9EF4-457B-4E05-A081-887402026DE1}" dt="2025-11-25T21:14:26.381" v="51"/>
          <ac:spMkLst>
            <pc:docMk/>
            <pc:sldMk cId="0" sldId="272"/>
            <ac:spMk id="16" creationId="{91FF01C7-69CB-74ED-A231-E7A1DE96EB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1.xml"/><Relationship Id="rId7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6.png"/><Relationship Id="rId7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slide" Target="slide1.xml"/><Relationship Id="rId5" Type="http://schemas.openxmlformats.org/officeDocument/2006/relationships/image" Target="../media/image11.png"/><Relationship Id="rId10" Type="http://schemas.openxmlformats.org/officeDocument/2006/relationships/hyperlink" Target="https://github.com/socartagena02/AgeUp_Game.git" TargetMode="External"/><Relationship Id="rId4" Type="http://schemas.openxmlformats.org/officeDocument/2006/relationships/image" Target="../media/image10.svg"/><Relationship Id="rId9" Type="http://schemas.openxmlformats.org/officeDocument/2006/relationships/hyperlink" Target="https://www.canva.com/design/DAG0Tdt38CQ/BXnRTRTODwvallf9Sl7uAw/ed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slide" Target="slide1.xml"/><Relationship Id="rId4" Type="http://schemas.openxmlformats.org/officeDocument/2006/relationships/image" Target="../media/image20.png"/><Relationship Id="rId9" Type="http://schemas.openxmlformats.org/officeDocument/2006/relationships/hyperlink" Target="https://github.com/socartagena02/AgeUp_Game.git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slide" Target="slide1.xm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hyperlink" Target="https://github.com/socartagena02/AgeUp_Game.git" TargetMode="External"/><Relationship Id="rId5" Type="http://schemas.openxmlformats.org/officeDocument/2006/relationships/image" Target="../media/image34.png"/><Relationship Id="rId10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slide" Target="slide1.xml"/><Relationship Id="rId4" Type="http://schemas.openxmlformats.org/officeDocument/2006/relationships/image" Target="../media/image33.svg"/><Relationship Id="rId9" Type="http://schemas.openxmlformats.org/officeDocument/2006/relationships/hyperlink" Target="https://github.com/socartagena02/AgeUp_Game.gi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hyperlink" Target="https://github.com/socartagena02/AgeUp_Game.git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ocartagena02/AgeUp_Game.git" TargetMode="External"/><Relationship Id="rId3" Type="http://schemas.openxmlformats.org/officeDocument/2006/relationships/image" Target="../media/image45.png"/><Relationship Id="rId7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9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49.pn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slide" Target="slide2.xml"/><Relationship Id="rId10" Type="http://schemas.openxmlformats.org/officeDocument/2006/relationships/slide" Target="slide1.xml"/><Relationship Id="rId4" Type="http://schemas.openxmlformats.org/officeDocument/2006/relationships/image" Target="../media/image50.svg"/><Relationship Id="rId9" Type="http://schemas.openxmlformats.org/officeDocument/2006/relationships/hyperlink" Target="https://github.com/socartagena02/AgeUp_Game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7329675" y="5034990"/>
            <a:ext cx="3585246" cy="795561"/>
            <a:chOff x="0" y="0"/>
            <a:chExt cx="4780328" cy="106074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780328" cy="1060748"/>
              <a:chOff x="0" y="0"/>
              <a:chExt cx="559563" cy="12416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9563" cy="124166"/>
              </a:xfrm>
              <a:custGeom>
                <a:avLst/>
                <a:gdLst/>
                <a:ahLst/>
                <a:cxnLst/>
                <a:rect l="l" t="t" r="r" b="b"/>
                <a:pathLst>
                  <a:path w="559563" h="124166">
                    <a:moveTo>
                      <a:pt x="62083" y="0"/>
                    </a:moveTo>
                    <a:lnTo>
                      <a:pt x="497480" y="0"/>
                    </a:lnTo>
                    <a:cubicBezTo>
                      <a:pt x="531767" y="0"/>
                      <a:pt x="559563" y="27796"/>
                      <a:pt x="559563" y="62083"/>
                    </a:cubicBezTo>
                    <a:lnTo>
                      <a:pt x="559563" y="62083"/>
                    </a:lnTo>
                    <a:cubicBezTo>
                      <a:pt x="559563" y="78549"/>
                      <a:pt x="553022" y="94340"/>
                      <a:pt x="541379" y="105982"/>
                    </a:cubicBezTo>
                    <a:cubicBezTo>
                      <a:pt x="529736" y="117625"/>
                      <a:pt x="513945" y="124166"/>
                      <a:pt x="497480" y="124166"/>
                    </a:cubicBezTo>
                    <a:lnTo>
                      <a:pt x="62083" y="124166"/>
                    </a:lnTo>
                    <a:cubicBezTo>
                      <a:pt x="27796" y="124166"/>
                      <a:pt x="0" y="96371"/>
                      <a:pt x="0" y="62083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394157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59563" cy="162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83652" y="262777"/>
              <a:ext cx="3670895" cy="643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START GAME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4621287">
            <a:off x="14926455" y="1861547"/>
            <a:ext cx="2589350" cy="2414626"/>
          </a:xfrm>
          <a:custGeom>
            <a:avLst/>
            <a:gdLst/>
            <a:ahLst/>
            <a:cxnLst/>
            <a:rect l="l" t="t" r="r" b="b"/>
            <a:pathLst>
              <a:path w="2589350" h="2414626">
                <a:moveTo>
                  <a:pt x="0" y="0"/>
                </a:moveTo>
                <a:lnTo>
                  <a:pt x="2589350" y="0"/>
                </a:lnTo>
                <a:lnTo>
                  <a:pt x="2589350" y="2414626"/>
                </a:lnTo>
                <a:lnTo>
                  <a:pt x="0" y="241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3557594" y="3068860"/>
            <a:ext cx="11129407" cy="1057037"/>
            <a:chOff x="0" y="0"/>
            <a:chExt cx="14839210" cy="140938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4300"/>
              <a:ext cx="14839210" cy="129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51"/>
                </a:lnSpc>
                <a:spcBef>
                  <a:spcPct val="0"/>
                </a:spcBef>
              </a:pPr>
              <a:r>
                <a:rPr lang="en-US" sz="6937">
                  <a:solidFill>
                    <a:srgbClr val="394157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0499"/>
              <a:ext cx="14839210" cy="1248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87"/>
                </a:lnSpc>
                <a:spcBef>
                  <a:spcPct val="0"/>
                </a:spcBef>
              </a:pPr>
              <a:r>
                <a:rPr lang="en-US" sz="6760">
                  <a:solidFill>
                    <a:srgbClr val="F0BA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025218" y="7641252"/>
            <a:ext cx="8237565" cy="108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NAMES: SOFÍA CARTAGENA,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ALLEN RODRIGUEZ Y ESTEBAN RODRIGUEZ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COMPANY: HOSPITAL GERIATRÍCO LA PAZ DE LA TARDE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042589" y="6877240"/>
            <a:ext cx="2431686" cy="2217126"/>
          </a:xfrm>
          <a:custGeom>
            <a:avLst/>
            <a:gdLst/>
            <a:ahLst/>
            <a:cxnLst/>
            <a:rect l="l" t="t" r="r" b="b"/>
            <a:pathLst>
              <a:path w="2431686" h="2217126">
                <a:moveTo>
                  <a:pt x="0" y="0"/>
                </a:moveTo>
                <a:lnTo>
                  <a:pt x="2431686" y="0"/>
                </a:lnTo>
                <a:lnTo>
                  <a:pt x="2431686" y="2217125"/>
                </a:lnTo>
                <a:lnTo>
                  <a:pt x="0" y="2217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179086" y="2514660"/>
            <a:ext cx="9929827" cy="6615747"/>
          </a:xfrm>
          <a:custGeom>
            <a:avLst/>
            <a:gdLst/>
            <a:ahLst/>
            <a:cxnLst/>
            <a:rect l="l" t="t" r="r" b="b"/>
            <a:pathLst>
              <a:path w="9929827" h="6615747">
                <a:moveTo>
                  <a:pt x="0" y="0"/>
                </a:moveTo>
                <a:lnTo>
                  <a:pt x="9929828" y="0"/>
                </a:lnTo>
                <a:lnTo>
                  <a:pt x="9929828" y="6615747"/>
                </a:lnTo>
                <a:lnTo>
                  <a:pt x="0" y="6615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5205" y="1033116"/>
            <a:ext cx="8820580" cy="148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COMPETENCIES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58254" y="4254261"/>
            <a:ext cx="4698764" cy="4536443"/>
          </a:xfrm>
          <a:custGeom>
            <a:avLst/>
            <a:gdLst/>
            <a:ahLst/>
            <a:cxnLst/>
            <a:rect l="l" t="t" r="r" b="b"/>
            <a:pathLst>
              <a:path w="4698764" h="4536443">
                <a:moveTo>
                  <a:pt x="0" y="0"/>
                </a:moveTo>
                <a:lnTo>
                  <a:pt x="4698764" y="0"/>
                </a:lnTo>
                <a:lnTo>
                  <a:pt x="4698764" y="4536443"/>
                </a:lnTo>
                <a:lnTo>
                  <a:pt x="0" y="453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6569255" y="2940530"/>
            <a:ext cx="10109904" cy="6117371"/>
          </a:xfrm>
          <a:custGeom>
            <a:avLst/>
            <a:gdLst/>
            <a:ahLst/>
            <a:cxnLst/>
            <a:rect l="l" t="t" r="r" b="b"/>
            <a:pathLst>
              <a:path w="10109904" h="6117371">
                <a:moveTo>
                  <a:pt x="0" y="0"/>
                </a:moveTo>
                <a:lnTo>
                  <a:pt x="10109903" y="0"/>
                </a:lnTo>
                <a:lnTo>
                  <a:pt x="10109903" y="6117372"/>
                </a:lnTo>
                <a:lnTo>
                  <a:pt x="0" y="6117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4678305" y="1880035"/>
            <a:ext cx="8931390" cy="87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PROBLEM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3972C95-66A0-A743-6760-2DA73B777CBB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F3C6621-8C48-4E88-58A3-ACCBA8124A68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1783AF36-4B39-354C-C169-2063C5120CCC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1C20FBFD-9A16-E264-2E1F-5F00407FF418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028700" y="6255340"/>
            <a:ext cx="3211722" cy="3002960"/>
          </a:xfrm>
          <a:custGeom>
            <a:avLst/>
            <a:gdLst/>
            <a:ahLst/>
            <a:cxnLst/>
            <a:rect l="l" t="t" r="r" b="b"/>
            <a:pathLst>
              <a:path w="3211722" h="3002960">
                <a:moveTo>
                  <a:pt x="0" y="0"/>
                </a:moveTo>
                <a:lnTo>
                  <a:pt x="3211722" y="0"/>
                </a:lnTo>
                <a:lnTo>
                  <a:pt x="3211722" y="3002960"/>
                </a:lnTo>
                <a:lnTo>
                  <a:pt x="0" y="3002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5727950" y="3144319"/>
            <a:ext cx="6832101" cy="5950139"/>
          </a:xfrm>
          <a:custGeom>
            <a:avLst/>
            <a:gdLst/>
            <a:ahLst/>
            <a:cxnLst/>
            <a:rect l="l" t="t" r="r" b="b"/>
            <a:pathLst>
              <a:path w="6832101" h="5950139">
                <a:moveTo>
                  <a:pt x="0" y="0"/>
                </a:moveTo>
                <a:lnTo>
                  <a:pt x="6832100" y="0"/>
                </a:lnTo>
                <a:lnTo>
                  <a:pt x="6832100" y="5950138"/>
                </a:lnTo>
                <a:lnTo>
                  <a:pt x="0" y="5950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273711" y="4979657"/>
            <a:ext cx="5893594" cy="4114800"/>
          </a:xfrm>
          <a:custGeom>
            <a:avLst/>
            <a:gdLst/>
            <a:ahLst/>
            <a:cxnLst/>
            <a:rect l="l" t="t" r="r" b="b"/>
            <a:pathLst>
              <a:path w="5893594" h="4114800">
                <a:moveTo>
                  <a:pt x="0" y="0"/>
                </a:moveTo>
                <a:lnTo>
                  <a:pt x="5893594" y="0"/>
                </a:lnTo>
                <a:lnTo>
                  <a:pt x="5893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377053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www.canva.com/design/DAG0Tdt38CQ/BXnRTRTODwvallf9Sl7uAw/edit"/>
              </a:rPr>
              <a:t>MOCKUP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7119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github.com/socartagena02/AgeUp_Game.git"/>
              </a:rPr>
              <a:t>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67305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/>
              </a:rPr>
              <a:t>INICIO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8305" y="1880035"/>
            <a:ext cx="8931390" cy="87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PROPOSED SOLUTION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FC19B5E-A745-ADE0-0480-6D34CE80E086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F8FC2D15-E57A-6DA1-95FD-E038909E9D7B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DE971B10-C6DE-80AD-AA68-3CDB1FE66B82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F82EAC47-7729-1DF8-C5BA-356A318D82C6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ARCHITECTURES</a:t>
            </a:r>
          </a:p>
        </p:txBody>
      </p:sp>
      <p:sp>
        <p:nvSpPr>
          <p:cNvPr id="8" name="Freeform 8"/>
          <p:cNvSpPr/>
          <p:nvPr/>
        </p:nvSpPr>
        <p:spPr>
          <a:xfrm>
            <a:off x="13930025" y="1765466"/>
            <a:ext cx="3758343" cy="6756069"/>
          </a:xfrm>
          <a:custGeom>
            <a:avLst/>
            <a:gdLst/>
            <a:ahLst/>
            <a:cxnLst/>
            <a:rect l="l" t="t" r="r" b="b"/>
            <a:pathLst>
              <a:path w="3758343" h="6756069">
                <a:moveTo>
                  <a:pt x="0" y="0"/>
                </a:moveTo>
                <a:lnTo>
                  <a:pt x="3758343" y="0"/>
                </a:lnTo>
                <a:lnTo>
                  <a:pt x="3758343" y="6756068"/>
                </a:lnTo>
                <a:lnTo>
                  <a:pt x="0" y="675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19646" y="2752576"/>
            <a:ext cx="12855618" cy="5768959"/>
          </a:xfrm>
          <a:custGeom>
            <a:avLst/>
            <a:gdLst/>
            <a:ahLst/>
            <a:cxnLst/>
            <a:rect l="l" t="t" r="r" b="b"/>
            <a:pathLst>
              <a:path w="12855618" h="5768959">
                <a:moveTo>
                  <a:pt x="0" y="0"/>
                </a:moveTo>
                <a:lnTo>
                  <a:pt x="12855618" y="0"/>
                </a:lnTo>
                <a:lnTo>
                  <a:pt x="12855618" y="5768958"/>
                </a:lnTo>
                <a:lnTo>
                  <a:pt x="0" y="5768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559C4F2-EDDA-111A-904E-AE7408B58D97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1A3BBF90-E57F-5DE7-E3EE-2965F5AD3DE2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9E2F92C-0B33-4367-5E40-D3F865C0DD72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DA03FC00-5FCD-B81E-1517-7548E0137381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903019" y="2883041"/>
            <a:ext cx="8481963" cy="6690148"/>
          </a:xfrm>
          <a:custGeom>
            <a:avLst/>
            <a:gdLst/>
            <a:ahLst/>
            <a:cxnLst/>
            <a:rect l="l" t="t" r="r" b="b"/>
            <a:pathLst>
              <a:path w="8481963" h="6690148">
                <a:moveTo>
                  <a:pt x="0" y="0"/>
                </a:moveTo>
                <a:lnTo>
                  <a:pt x="8481962" y="0"/>
                </a:lnTo>
                <a:lnTo>
                  <a:pt x="8481962" y="6690148"/>
                </a:lnTo>
                <a:lnTo>
                  <a:pt x="0" y="669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77260" y="1313333"/>
            <a:ext cx="17533480" cy="118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4"/>
              </a:lnSpc>
            </a:pPr>
            <a:r>
              <a:rPr lang="en-US" sz="68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FUNCTIONAL/NON-FUNCTIONAL REQUIREMENTS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0507292-3C0D-0CC5-CBDD-9827808140BA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B2739774-C9F9-3537-443D-115483D58236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B78690A4-C7F4-CAD9-4250-7C059BEAAA22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BED582B-974B-237D-6A69-7312EA46EFFB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3123260" y="3415158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377053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/>
              </a:rPr>
              <a:t>MOCKUP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7119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/>
              </a:rPr>
              <a:t>GITHUB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7305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/>
              </a:rPr>
              <a:t>INICIO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667062"/>
            <a:ext cx="5191803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8E7"/>
                </a:solidFill>
                <a:latin typeface="Arcade Gamer"/>
                <a:ea typeface="Arcade Gamer"/>
                <a:cs typeface="Arcade Gamer"/>
                <a:sym typeface="Arcade Gamer"/>
              </a:rPr>
              <a:t>SCRUM METHODOLOGY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477916"/>
            <a:ext cx="88205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METHODOLOGY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D76DE12-C973-0670-0D82-E3751C4537EE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5491560D-BD2D-08A0-84F0-6994E826BC70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0E6BD2F-335F-9142-8F4F-E559EF79716B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D476652D-16AE-2434-5EF8-9824A053D323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7869387" y="5442378"/>
            <a:ext cx="1878619" cy="1878619"/>
          </a:xfrm>
          <a:custGeom>
            <a:avLst/>
            <a:gdLst/>
            <a:ahLst/>
            <a:cxnLst/>
            <a:rect l="l" t="t" r="r" b="b"/>
            <a:pathLst>
              <a:path w="1878619" h="1878619">
                <a:moveTo>
                  <a:pt x="0" y="0"/>
                </a:moveTo>
                <a:lnTo>
                  <a:pt x="1878620" y="0"/>
                </a:lnTo>
                <a:lnTo>
                  <a:pt x="1878620" y="1878619"/>
                </a:lnTo>
                <a:lnTo>
                  <a:pt x="0" y="187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91945" y="4932313"/>
            <a:ext cx="3833944" cy="3527229"/>
          </a:xfrm>
          <a:custGeom>
            <a:avLst/>
            <a:gdLst/>
            <a:ahLst/>
            <a:cxnLst/>
            <a:rect l="l" t="t" r="r" b="b"/>
            <a:pathLst>
              <a:path w="3833944" h="3527229">
                <a:moveTo>
                  <a:pt x="0" y="0"/>
                </a:moveTo>
                <a:lnTo>
                  <a:pt x="3833944" y="0"/>
                </a:lnTo>
                <a:lnTo>
                  <a:pt x="3833944" y="3527229"/>
                </a:lnTo>
                <a:lnTo>
                  <a:pt x="0" y="3527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4802517" y="5172438"/>
            <a:ext cx="2418499" cy="2418499"/>
          </a:xfrm>
          <a:custGeom>
            <a:avLst/>
            <a:gdLst/>
            <a:ahLst/>
            <a:cxnLst/>
            <a:rect l="l" t="t" r="r" b="b"/>
            <a:pathLst>
              <a:path w="2418499" h="2418499">
                <a:moveTo>
                  <a:pt x="0" y="0"/>
                </a:moveTo>
                <a:lnTo>
                  <a:pt x="2418499" y="0"/>
                </a:lnTo>
                <a:lnTo>
                  <a:pt x="2418499" y="2418499"/>
                </a:lnTo>
                <a:lnTo>
                  <a:pt x="0" y="2418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0152955" y="4792870"/>
            <a:ext cx="4028698" cy="3177636"/>
          </a:xfrm>
          <a:custGeom>
            <a:avLst/>
            <a:gdLst/>
            <a:ahLst/>
            <a:cxnLst/>
            <a:rect l="l" t="t" r="r" b="b"/>
            <a:pathLst>
              <a:path w="4028698" h="3177636">
                <a:moveTo>
                  <a:pt x="0" y="0"/>
                </a:moveTo>
                <a:lnTo>
                  <a:pt x="4028699" y="0"/>
                </a:lnTo>
                <a:lnTo>
                  <a:pt x="4028699" y="3177635"/>
                </a:lnTo>
                <a:lnTo>
                  <a:pt x="0" y="317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4436361" y="4792870"/>
            <a:ext cx="3177636" cy="3177636"/>
          </a:xfrm>
          <a:custGeom>
            <a:avLst/>
            <a:gdLst/>
            <a:ahLst/>
            <a:cxnLst/>
            <a:rect l="l" t="t" r="r" b="b"/>
            <a:pathLst>
              <a:path w="3177636" h="3177636">
                <a:moveTo>
                  <a:pt x="0" y="0"/>
                </a:moveTo>
                <a:lnTo>
                  <a:pt x="3177635" y="0"/>
                </a:lnTo>
                <a:lnTo>
                  <a:pt x="3177635" y="3177635"/>
                </a:lnTo>
                <a:lnTo>
                  <a:pt x="0" y="3177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028700" y="1504705"/>
            <a:ext cx="17259300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TECHNOLOGIES USED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6277" y="2850254"/>
            <a:ext cx="3165281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FRONT-END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1557" y="2850254"/>
            <a:ext cx="2571755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BACK-END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7431" y="2850254"/>
            <a:ext cx="4022532" cy="938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DATABASE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01987" y="2850254"/>
            <a:ext cx="4022532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MODEL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13912" y="2850254"/>
            <a:ext cx="4022532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AI API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CE989B2C-8AA6-D04C-5445-1A9AB1998AAF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F1C3984A-B486-E590-F369-B242B5F331DA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0C05ACA-41DF-FA78-A883-A66B495EAF5F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3B514368-B4C5-1B2B-B10E-85C6CE02D70E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895488" y="4878833"/>
            <a:ext cx="4105545" cy="2829094"/>
          </a:xfrm>
          <a:custGeom>
            <a:avLst/>
            <a:gdLst/>
            <a:ahLst/>
            <a:cxnLst/>
            <a:rect l="l" t="t" r="r" b="b"/>
            <a:pathLst>
              <a:path w="4105545" h="2829094">
                <a:moveTo>
                  <a:pt x="0" y="0"/>
                </a:moveTo>
                <a:lnTo>
                  <a:pt x="4105546" y="0"/>
                </a:lnTo>
                <a:lnTo>
                  <a:pt x="4105546" y="2829094"/>
                </a:lnTo>
                <a:lnTo>
                  <a:pt x="0" y="2829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976771" y="4926022"/>
            <a:ext cx="2781905" cy="2781905"/>
          </a:xfrm>
          <a:custGeom>
            <a:avLst/>
            <a:gdLst/>
            <a:ahLst/>
            <a:cxnLst/>
            <a:rect l="l" t="t" r="r" b="b"/>
            <a:pathLst>
              <a:path w="2781905" h="2781905">
                <a:moveTo>
                  <a:pt x="0" y="0"/>
                </a:moveTo>
                <a:lnTo>
                  <a:pt x="2781905" y="0"/>
                </a:lnTo>
                <a:lnTo>
                  <a:pt x="2781905" y="2781905"/>
                </a:lnTo>
                <a:lnTo>
                  <a:pt x="0" y="2781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546048">
            <a:off x="6849670" y="4601697"/>
            <a:ext cx="3430556" cy="3430556"/>
          </a:xfrm>
          <a:custGeom>
            <a:avLst/>
            <a:gdLst/>
            <a:ahLst/>
            <a:cxnLst/>
            <a:rect l="l" t="t" r="r" b="b"/>
            <a:pathLst>
              <a:path w="3430556" h="3430556">
                <a:moveTo>
                  <a:pt x="0" y="0"/>
                </a:moveTo>
                <a:lnTo>
                  <a:pt x="3430556" y="0"/>
                </a:lnTo>
                <a:lnTo>
                  <a:pt x="3430556" y="3430556"/>
                </a:lnTo>
                <a:lnTo>
                  <a:pt x="0" y="3430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945222">
            <a:off x="8757730" y="4695504"/>
            <a:ext cx="3544424" cy="3544424"/>
          </a:xfrm>
          <a:custGeom>
            <a:avLst/>
            <a:gdLst/>
            <a:ahLst/>
            <a:cxnLst/>
            <a:rect l="l" t="t" r="r" b="b"/>
            <a:pathLst>
              <a:path w="3544424" h="3544424">
                <a:moveTo>
                  <a:pt x="0" y="0"/>
                </a:moveTo>
                <a:lnTo>
                  <a:pt x="3544424" y="0"/>
                </a:lnTo>
                <a:lnTo>
                  <a:pt x="3544424" y="3544424"/>
                </a:lnTo>
                <a:lnTo>
                  <a:pt x="0" y="35444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6745248" y="5143500"/>
            <a:ext cx="5373829" cy="3246688"/>
          </a:xfrm>
          <a:custGeom>
            <a:avLst/>
            <a:gdLst/>
            <a:ahLst/>
            <a:cxnLst/>
            <a:rect l="l" t="t" r="r" b="b"/>
            <a:pathLst>
              <a:path w="5373829" h="3246688">
                <a:moveTo>
                  <a:pt x="0" y="0"/>
                </a:moveTo>
                <a:lnTo>
                  <a:pt x="5373829" y="0"/>
                </a:lnTo>
                <a:lnTo>
                  <a:pt x="5373829" y="3246688"/>
                </a:lnTo>
                <a:lnTo>
                  <a:pt x="0" y="3246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028700" y="1504705"/>
            <a:ext cx="17259300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FEATURES AND FUNCTIONALITIES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963602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GAMES MENU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67822" y="2918834"/>
            <a:ext cx="5128682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MINI-GAMES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05056" y="2918834"/>
            <a:ext cx="4454244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RANKING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872F885-705B-1A80-22DE-96897ADE35DE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49612D9A-21D3-A220-94E2-38EA966C9E4F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2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4818E2B0-B8D1-9168-3545-AD2338F4BF4B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AA9D5AF0-7923-0E93-6FF3-A0FE5EBA8A1B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MOCKUP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08440" y="807586"/>
            <a:ext cx="2516079" cy="1660774"/>
            <a:chOff x="0" y="0"/>
            <a:chExt cx="3354772" cy="2214366"/>
          </a:xfrm>
        </p:grpSpPr>
        <p:sp>
          <p:nvSpPr>
            <p:cNvPr id="9" name="Freeform 9"/>
            <p:cNvSpPr/>
            <p:nvPr/>
          </p:nvSpPr>
          <p:spPr>
            <a:xfrm rot="10673339">
              <a:off x="1389576" y="35025"/>
              <a:ext cx="1933775" cy="1741658"/>
            </a:xfrm>
            <a:custGeom>
              <a:avLst/>
              <a:gdLst/>
              <a:ahLst/>
              <a:cxnLst/>
              <a:rect l="l" t="t" r="r" b="b"/>
              <a:pathLst>
                <a:path w="1933775" h="1741658">
                  <a:moveTo>
                    <a:pt x="0" y="0"/>
                  </a:moveTo>
                  <a:lnTo>
                    <a:pt x="1933775" y="0"/>
                  </a:lnTo>
                  <a:lnTo>
                    <a:pt x="1933775" y="1741658"/>
                  </a:lnTo>
                  <a:lnTo>
                    <a:pt x="0" y="1741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66459"/>
              <a:ext cx="3354772" cy="347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9"/>
                </a:lnSpc>
              </a:pPr>
              <a:r>
                <a:rPr lang="en-US" sz="1557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VIEW THE FULL MOCKUP HERE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83187" y="3059191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3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6125928" y="3060578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8" r="-170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783187" y="6817106"/>
            <a:ext cx="5147145" cy="2895269"/>
          </a:xfrm>
          <a:custGeom>
            <a:avLst/>
            <a:gdLst/>
            <a:ahLst/>
            <a:cxnLst/>
            <a:rect l="l" t="t" r="r" b="b"/>
            <a:pathLst>
              <a:path w="5147145" h="2895269">
                <a:moveTo>
                  <a:pt x="0" y="0"/>
                </a:moveTo>
                <a:lnTo>
                  <a:pt x="5147145" y="0"/>
                </a:lnTo>
                <a:lnTo>
                  <a:pt x="5147145" y="2895269"/>
                </a:lnTo>
                <a:lnTo>
                  <a:pt x="0" y="2895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6125928" y="6804058"/>
            <a:ext cx="5101573" cy="2921365"/>
          </a:xfrm>
          <a:custGeom>
            <a:avLst/>
            <a:gdLst/>
            <a:ahLst/>
            <a:cxnLst/>
            <a:rect l="l" t="t" r="r" b="b"/>
            <a:pathLst>
              <a:path w="5101573" h="2921365">
                <a:moveTo>
                  <a:pt x="0" y="0"/>
                </a:moveTo>
                <a:lnTo>
                  <a:pt x="5101573" y="0"/>
                </a:lnTo>
                <a:lnTo>
                  <a:pt x="5101573" y="2921366"/>
                </a:lnTo>
                <a:lnTo>
                  <a:pt x="0" y="29213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80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1767343" y="3059191"/>
            <a:ext cx="6294643" cy="3525000"/>
          </a:xfrm>
          <a:custGeom>
            <a:avLst/>
            <a:gdLst/>
            <a:ahLst/>
            <a:cxnLst/>
            <a:rect l="l" t="t" r="r" b="b"/>
            <a:pathLst>
              <a:path w="6294643" h="3525000">
                <a:moveTo>
                  <a:pt x="0" y="0"/>
                </a:moveTo>
                <a:lnTo>
                  <a:pt x="6294643" y="0"/>
                </a:lnTo>
                <a:lnTo>
                  <a:pt x="6294643" y="3525000"/>
                </a:lnTo>
                <a:lnTo>
                  <a:pt x="0" y="3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692342" y="27085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MAIN MENU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00759" y="2706865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MEMORICE-INTERFACE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08440" y="2567082"/>
            <a:ext cx="9270440" cy="35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 TRACE MY PATH-INTERFACE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342" y="6131007"/>
            <a:ext cx="5641415" cy="63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4. COLOR SEQUENCE-INTERFACE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25928" y="6417553"/>
            <a:ext cx="56414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5. RANKING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0BF2CA2E-C6BC-1B32-A89C-C4A90D3C724B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EA92B3FE-2A61-3640-746A-CC66194EF260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A8D200F-D6F4-632E-A503-8D544DD4FBB6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761A4EC7-3660-C3F4-EC3F-81FE191279F7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9953200" y="2664179"/>
            <a:ext cx="7634678" cy="5726009"/>
          </a:xfrm>
          <a:custGeom>
            <a:avLst/>
            <a:gdLst/>
            <a:ahLst/>
            <a:cxnLst/>
            <a:rect l="l" t="t" r="r" b="b"/>
            <a:pathLst>
              <a:path w="7634678" h="5726009">
                <a:moveTo>
                  <a:pt x="0" y="0"/>
                </a:moveTo>
                <a:lnTo>
                  <a:pt x="7634678" y="0"/>
                </a:lnTo>
                <a:lnTo>
                  <a:pt x="7634678" y="5726009"/>
                </a:lnTo>
                <a:lnTo>
                  <a:pt x="0" y="572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TESTS WITH PATIENTS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989" y="28990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TESTS WITH 9 PEOPLE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0989" y="3460900"/>
            <a:ext cx="9270440" cy="120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BETWEEN 65 AND 86 YEARS OLD.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SOME WITH PHYSICAL AND/OR VISION IMPAIRMENTS.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THEY LIKED THEM.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C0408476-CEFD-0093-1E5C-219150F0342A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63892C6-0665-F8CB-F721-EB08C8A0AD2C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DCBDF8C-943B-9E20-5461-1F2F5C0448B5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8582F240-DF73-3AD2-1EDA-2EE59F2D2FA0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958501" y="2829743"/>
            <a:ext cx="12777466" cy="5462367"/>
          </a:xfrm>
          <a:custGeom>
            <a:avLst/>
            <a:gdLst/>
            <a:ahLst/>
            <a:cxnLst/>
            <a:rect l="l" t="t" r="r" b="b"/>
            <a:pathLst>
              <a:path w="12777466" h="5462367">
                <a:moveTo>
                  <a:pt x="0" y="0"/>
                </a:moveTo>
                <a:lnTo>
                  <a:pt x="12777466" y="0"/>
                </a:lnTo>
                <a:lnTo>
                  <a:pt x="12777466" y="5462366"/>
                </a:lnTo>
                <a:lnTo>
                  <a:pt x="0" y="5462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30989" y="1370485"/>
            <a:ext cx="17032490" cy="131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</a:pPr>
            <a:r>
              <a:rPr lang="en-US" sz="76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EFFICIENCY CHART BY NUMBER OF CLICKS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D075A29D-9B07-54E8-3BB6-2E6008570011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FAB9C5A-35F0-4686-6C57-1DC6B5CFD55A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5966DF74-5610-F0E3-C0A9-ACA4B2BFA90F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309558C-29E2-40CF-AFFD-42F2D2720C78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702273" y="2727452"/>
            <a:ext cx="12665451" cy="6047753"/>
          </a:xfrm>
          <a:custGeom>
            <a:avLst/>
            <a:gdLst/>
            <a:ahLst/>
            <a:cxnLst/>
            <a:rect l="l" t="t" r="r" b="b"/>
            <a:pathLst>
              <a:path w="12665451" h="6047753">
                <a:moveTo>
                  <a:pt x="0" y="0"/>
                </a:moveTo>
                <a:lnTo>
                  <a:pt x="12665451" y="0"/>
                </a:lnTo>
                <a:lnTo>
                  <a:pt x="12665451" y="6047753"/>
                </a:lnTo>
                <a:lnTo>
                  <a:pt x="0" y="6047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510460" y="1077291"/>
            <a:ext cx="17267080" cy="184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4"/>
              </a:lnSpc>
            </a:pPr>
            <a:r>
              <a:rPr lang="en-US" sz="52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GRAPH SHOWING THE RELATIONSHIP BETWEEN REACTION TIME AND ERRORS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ED763A1-8751-DDC4-69CE-0373C240C74E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B537F3B7-5B43-AB25-A074-37D9DE842644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9F647799-EE28-E5A9-EB77-4065DAB8DCDD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C3E3EC88-7154-EBEE-6695-843DD2571344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DOCUMENTATION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59434" y="823398"/>
            <a:ext cx="2908619" cy="1919876"/>
            <a:chOff x="0" y="0"/>
            <a:chExt cx="3878159" cy="2559834"/>
          </a:xfrm>
        </p:grpSpPr>
        <p:sp>
          <p:nvSpPr>
            <p:cNvPr id="9" name="Freeform 9"/>
            <p:cNvSpPr/>
            <p:nvPr/>
          </p:nvSpPr>
          <p:spPr>
            <a:xfrm rot="10673339">
              <a:off x="1606367" y="40489"/>
              <a:ext cx="2235468" cy="2013379"/>
            </a:xfrm>
            <a:custGeom>
              <a:avLst/>
              <a:gdLst/>
              <a:ahLst/>
              <a:cxnLst/>
              <a:rect l="l" t="t" r="r" b="b"/>
              <a:pathLst>
                <a:path w="2235468" h="2013379">
                  <a:moveTo>
                    <a:pt x="0" y="0"/>
                  </a:moveTo>
                  <a:lnTo>
                    <a:pt x="2235468" y="0"/>
                  </a:lnTo>
                  <a:lnTo>
                    <a:pt x="2235468" y="2013379"/>
                  </a:lnTo>
                  <a:lnTo>
                    <a:pt x="0" y="20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144544"/>
              <a:ext cx="3878159" cy="415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VIEW REPOSITORY HERE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11981" y="7023544"/>
            <a:ext cx="9031161" cy="3263456"/>
          </a:xfrm>
          <a:custGeom>
            <a:avLst/>
            <a:gdLst/>
            <a:ahLst/>
            <a:cxnLst/>
            <a:rect l="l" t="t" r="r" b="b"/>
            <a:pathLst>
              <a:path w="9031161" h="3263456">
                <a:moveTo>
                  <a:pt x="0" y="0"/>
                </a:moveTo>
                <a:lnTo>
                  <a:pt x="9031161" y="0"/>
                </a:lnTo>
                <a:lnTo>
                  <a:pt x="9031161" y="3263456"/>
                </a:lnTo>
                <a:lnTo>
                  <a:pt x="0" y="326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8530697" y="3217907"/>
            <a:ext cx="5448154" cy="5437365"/>
          </a:xfrm>
          <a:custGeom>
            <a:avLst/>
            <a:gdLst/>
            <a:ahLst/>
            <a:cxnLst/>
            <a:rect l="l" t="t" r="r" b="b"/>
            <a:pathLst>
              <a:path w="5448154" h="5437365">
                <a:moveTo>
                  <a:pt x="0" y="0"/>
                </a:moveTo>
                <a:lnTo>
                  <a:pt x="5448154" y="0"/>
                </a:lnTo>
                <a:lnTo>
                  <a:pt x="5448154" y="5437365"/>
                </a:lnTo>
                <a:lnTo>
                  <a:pt x="0" y="5437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11981" y="3288115"/>
            <a:ext cx="7886989" cy="3046350"/>
          </a:xfrm>
          <a:custGeom>
            <a:avLst/>
            <a:gdLst/>
            <a:ahLst/>
            <a:cxnLst/>
            <a:rect l="l" t="t" r="r" b="b"/>
            <a:pathLst>
              <a:path w="7886989" h="3046350">
                <a:moveTo>
                  <a:pt x="0" y="0"/>
                </a:moveTo>
                <a:lnTo>
                  <a:pt x="7886989" y="0"/>
                </a:lnTo>
                <a:lnTo>
                  <a:pt x="7886989" y="3046350"/>
                </a:lnTo>
                <a:lnTo>
                  <a:pt x="0" y="3046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692342" y="2618086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ENTRNAR_MODELO.PY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98970" y="2708524"/>
            <a:ext cx="3971022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DATABASE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989" y="6671218"/>
            <a:ext cx="28982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3.URLS.PY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636F70A3-D1ED-0D53-E311-7662561D8177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DD0CE505-7BA0-281B-44B1-CEC092811081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B95BE795-A05D-C1D4-0EAC-71E4842AF0B1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1513FB27-9587-A2B2-A498-B566E72375BD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468046" y="2963046"/>
          <a:ext cx="15351908" cy="773430"/>
        </p:xfrm>
        <a:graphic>
          <a:graphicData uri="http://schemas.openxmlformats.org/drawingml/2006/table">
            <a:tbl>
              <a:tblPr/>
              <a:tblGrid>
                <a:gridCol w="370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683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ACCURACY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7510183" y="1322222"/>
            <a:ext cx="3267633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KPI’S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6B3AC31-38F4-FA50-9EFE-39A70BAC6A72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EEF1721-C528-201F-1816-7F7AAAB15D77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5D1C3F90-5B8A-1509-1DC5-70F06FBF1D85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84D762D2-104B-9682-B47E-70EC864E67D2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2962697" y="3294879"/>
            <a:ext cx="4069911" cy="4114800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424714">
            <a:off x="1028700" y="5143500"/>
            <a:ext cx="3658431" cy="4114800"/>
          </a:xfrm>
          <a:custGeom>
            <a:avLst/>
            <a:gdLst/>
            <a:ahLst/>
            <a:cxnLst/>
            <a:rect l="l" t="t" r="r" b="b"/>
            <a:pathLst>
              <a:path w="3658431" h="4114800">
                <a:moveTo>
                  <a:pt x="0" y="0"/>
                </a:moveTo>
                <a:lnTo>
                  <a:pt x="3658431" y="0"/>
                </a:lnTo>
                <a:lnTo>
                  <a:pt x="36584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FUTURE PROJECTIONS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C7C67AD-F68C-042A-E1BB-B1635CE8974F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8573E937-79A5-6546-FEEE-D8CCAF5EEAE4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651E0B0-F730-68DF-3B60-A11C9834412C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2D1CD7C-8457-21A9-9B2E-172E3B9EDD66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385545" y="3869572"/>
            <a:ext cx="15516911" cy="23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3"/>
              </a:lnSpc>
              <a:spcBef>
                <a:spcPct val="0"/>
              </a:spcBef>
            </a:pPr>
            <a:r>
              <a:rPr lang="en-US" sz="640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Presentation finished, let's move on to the test!</a:t>
            </a:r>
          </a:p>
          <a:p>
            <a:pPr marL="0" lvl="0" indent="0" algn="ctr">
              <a:lnSpc>
                <a:spcPts val="5953"/>
              </a:lnSpc>
              <a:spcBef>
                <a:spcPct val="0"/>
              </a:spcBef>
            </a:pPr>
            <a:endParaRPr lang="en-US" sz="6401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4" name="Freeform 4"/>
          <p:cNvSpPr/>
          <p:nvPr/>
        </p:nvSpPr>
        <p:spPr>
          <a:xfrm rot="-10438255" flipH="1">
            <a:off x="15386018" y="5254751"/>
            <a:ext cx="2213570" cy="1807078"/>
          </a:xfrm>
          <a:custGeom>
            <a:avLst/>
            <a:gdLst/>
            <a:ahLst/>
            <a:cxnLst/>
            <a:rect l="l" t="t" r="r" b="b"/>
            <a:pathLst>
              <a:path w="2213570" h="1807078">
                <a:moveTo>
                  <a:pt x="2213570" y="0"/>
                </a:moveTo>
                <a:lnTo>
                  <a:pt x="0" y="0"/>
                </a:lnTo>
                <a:lnTo>
                  <a:pt x="0" y="1807078"/>
                </a:lnTo>
                <a:lnTo>
                  <a:pt x="2213570" y="1807078"/>
                </a:lnTo>
                <a:lnTo>
                  <a:pt x="22135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AutoShape 5">
            <a:hlinkClick r:id="rId5" action="ppaction://hlinksldjump"/>
          </p:cNvPr>
          <p:cNvSpPr/>
          <p:nvPr/>
        </p:nvSpPr>
        <p:spPr>
          <a:xfrm>
            <a:off x="17260183" y="536696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>
            <a:hlinkClick r:id="rId5" action="ppaction://hlinksldjump"/>
          </p:cNvPr>
          <p:cNvSpPr/>
          <p:nvPr/>
        </p:nvSpPr>
        <p:spPr>
          <a:xfrm>
            <a:off x="17260183" y="67099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>
            <a:hlinkClick r:id="rId5" action="ppaction://hlinksldjump"/>
          </p:cNvPr>
          <p:cNvSpPr/>
          <p:nvPr/>
        </p:nvSpPr>
        <p:spPr>
          <a:xfrm>
            <a:off x="17260183" y="80434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580702">
            <a:off x="597121" y="5510482"/>
            <a:ext cx="2140241" cy="2077979"/>
          </a:xfrm>
          <a:custGeom>
            <a:avLst/>
            <a:gdLst/>
            <a:ahLst/>
            <a:cxnLst/>
            <a:rect l="l" t="t" r="r" b="b"/>
            <a:pathLst>
              <a:path w="2140241" h="2077979">
                <a:moveTo>
                  <a:pt x="0" y="0"/>
                </a:moveTo>
                <a:lnTo>
                  <a:pt x="2140241" y="0"/>
                </a:lnTo>
                <a:lnTo>
                  <a:pt x="2140241" y="2077979"/>
                </a:lnTo>
                <a:lnTo>
                  <a:pt x="0" y="2077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1BBEE20-306B-9F4D-5F3E-57E2927EF60A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DCD5AFA-F428-7CF9-8A62-7A159F9E4787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90E8174-402C-17A3-B6C0-480D9676DE67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91FF01C7-69CB-74ED-A231-E7A1DE96EB70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229</Words>
  <Application>Microsoft Office PowerPoint</Application>
  <PresentationFormat>Personalizado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Calibri</vt:lpstr>
      <vt:lpstr>League Spartan</vt:lpstr>
      <vt:lpstr>Arial</vt:lpstr>
      <vt:lpstr>Arcade Gamer</vt:lpstr>
      <vt:lpstr>Game Station Condensed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Presentación_Final_Proyecto(Inglés)_Optativo</dc:title>
  <cp:lastModifiedBy>sofia paz cartagena castro</cp:lastModifiedBy>
  <cp:revision>1</cp:revision>
  <dcterms:created xsi:type="dcterms:W3CDTF">2006-08-16T00:00:00Z</dcterms:created>
  <dcterms:modified xsi:type="dcterms:W3CDTF">2025-11-25T21:14:37Z</dcterms:modified>
  <dc:identifier>DAG5ti5HL38</dc:identifier>
</cp:coreProperties>
</file>