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rcade Gamer" panose="020B0604020202020204" charset="0"/>
      <p:regular r:id="rId21"/>
    </p:embeddedFont>
    <p:embeddedFont>
      <p:font typeface="Game Station Condensed" panose="020B0604020202020204" charset="0"/>
      <p:regular r:id="rId22"/>
    </p:embeddedFont>
    <p:embeddedFont>
      <p:font typeface="League Spart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DFB75-8802-482B-8CBB-B3C1D261C02D}" v="4" dt="2025-11-25T18:23:54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paz cartagena castro" userId="66ebe971d739352b" providerId="LiveId" clId="{4ECB9EF4-457B-4E05-A081-887402026DE1}"/>
    <pc:docChg chg="undo custSel modSld">
      <pc:chgData name="sofia paz cartagena castro" userId="66ebe971d739352b" providerId="LiveId" clId="{4ECB9EF4-457B-4E05-A081-887402026DE1}" dt="2025-11-25T18:30:24.401" v="103" actId="207"/>
      <pc:docMkLst>
        <pc:docMk/>
      </pc:docMkLst>
      <pc:sldChg chg="modSp mod">
        <pc:chgData name="sofia paz cartagena castro" userId="66ebe971d739352b" providerId="LiveId" clId="{4ECB9EF4-457B-4E05-A081-887402026DE1}" dt="2025-11-25T18:30:24.401" v="103" actId="207"/>
        <pc:sldMkLst>
          <pc:docMk/>
          <pc:sldMk cId="0" sldId="256"/>
        </pc:sldMkLst>
        <pc:spChg chg="mod">
          <ac:chgData name="sofia paz cartagena castro" userId="66ebe971d739352b" providerId="LiveId" clId="{4ECB9EF4-457B-4E05-A081-887402026DE1}" dt="2025-11-25T18:30:04.632" v="99" actId="20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30:21.091" v="102" actId="20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30:24.401" v="103" actId="207"/>
          <ac:spMkLst>
            <pc:docMk/>
            <pc:sldMk cId="0" sldId="256"/>
            <ac:spMk id="19" creationId="{00000000-0000-0000-0000-000000000000}"/>
          </ac:spMkLst>
        </pc:spChg>
        <pc:grpChg chg="mod">
          <ac:chgData name="sofia paz cartagena castro" userId="66ebe971d739352b" providerId="LiveId" clId="{4ECB9EF4-457B-4E05-A081-887402026DE1}" dt="2025-11-25T18:30:18.169" v="101" actId="1076"/>
          <ac:grpSpMkLst>
            <pc:docMk/>
            <pc:sldMk cId="0" sldId="256"/>
            <ac:grpSpMk id="7" creationId="{00000000-0000-0000-0000-000000000000}"/>
          </ac:grpSpMkLst>
        </pc:grpChg>
      </pc:sldChg>
      <pc:sldChg chg="modSp mod">
        <pc:chgData name="sofia paz cartagena castro" userId="66ebe971d739352b" providerId="LiveId" clId="{4ECB9EF4-457B-4E05-A081-887402026DE1}" dt="2025-11-25T18:29:57.258" v="98" actId="207"/>
        <pc:sldMkLst>
          <pc:docMk/>
          <pc:sldMk cId="0" sldId="257"/>
        </pc:sldMkLst>
        <pc:spChg chg="mod">
          <ac:chgData name="sofia paz cartagena castro" userId="66ebe971d739352b" providerId="LiveId" clId="{4ECB9EF4-457B-4E05-A081-887402026DE1}" dt="2025-11-25T18:29:53.031" v="97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57.258" v="98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50.670" v="96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36.285" v="92" actId="20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39.267" v="93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30.803" v="91" actId="20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42.063" v="94" actId="20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46.901" v="95" actId="20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9:05.266" v="86" actId="207"/>
        <pc:sldMkLst>
          <pc:docMk/>
          <pc:sldMk cId="0" sldId="258"/>
        </pc:sldMkLst>
        <pc:spChg chg="mod">
          <ac:chgData name="sofia paz cartagena castro" userId="66ebe971d739352b" providerId="LiveId" clId="{4ECB9EF4-457B-4E05-A081-887402026DE1}" dt="2025-11-25T18:29:02.272" v="8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05.266" v="86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51.377" v="83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54.479" v="84" actId="207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9:24.581" v="90" actId="207"/>
        <pc:sldMkLst>
          <pc:docMk/>
          <pc:sldMk cId="0" sldId="259"/>
        </pc:sldMkLst>
        <pc:spChg chg="mod">
          <ac:chgData name="sofia paz cartagena castro" userId="66ebe971d739352b" providerId="LiveId" clId="{4ECB9EF4-457B-4E05-A081-887402026DE1}" dt="2025-11-25T18:29:21.895" v="89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24.581" v="90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11.284" v="87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9:16.981" v="88" actId="207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8:46.837" v="82" actId="207"/>
        <pc:sldMkLst>
          <pc:docMk/>
          <pc:sldMk cId="0" sldId="260"/>
        </pc:sldMkLst>
        <pc:spChg chg="mod">
          <ac:chgData name="sofia paz cartagena castro" userId="66ebe971d739352b" providerId="LiveId" clId="{4ECB9EF4-457B-4E05-A081-887402026DE1}" dt="2025-11-25T18:28:35.632" v="79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41.979" v="81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46.837" v="82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39.393" v="80" actId="20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8:29.596" v="78" actId="207"/>
        <pc:sldMkLst>
          <pc:docMk/>
          <pc:sldMk cId="0" sldId="261"/>
        </pc:sldMkLst>
        <pc:spChg chg="mod">
          <ac:chgData name="sofia paz cartagena castro" userId="66ebe971d739352b" providerId="LiveId" clId="{4ECB9EF4-457B-4E05-A081-887402026DE1}" dt="2025-11-25T18:28:16.819" v="75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23.335" v="77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29.596" v="78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20.863" v="76" actId="207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8:10.671" v="74" actId="207"/>
        <pc:sldMkLst>
          <pc:docMk/>
          <pc:sldMk cId="0" sldId="262"/>
        </pc:sldMkLst>
        <pc:spChg chg="mod">
          <ac:chgData name="sofia paz cartagena castro" userId="66ebe971d739352b" providerId="LiveId" clId="{4ECB9EF4-457B-4E05-A081-887402026DE1}" dt="2025-11-25T18:28:10.671" v="74" actId="20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59.316" v="72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8:02.100" v="73" actId="20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56.578" v="71" actId="207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7:51.534" v="70" actId="207"/>
        <pc:sldMkLst>
          <pc:docMk/>
          <pc:sldMk cId="0" sldId="263"/>
        </pc:sldMkLst>
        <pc:spChg chg="mod">
          <ac:chgData name="sofia paz cartagena castro" userId="66ebe971d739352b" providerId="LiveId" clId="{4ECB9EF4-457B-4E05-A081-887402026DE1}" dt="2025-11-25T18:27:42.861" v="67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49.029" v="69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51.534" v="70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46.226" v="68" actId="207"/>
          <ac:spMkLst>
            <pc:docMk/>
            <pc:sldMk cId="0" sldId="263"/>
            <ac:spMk id="1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7:36.916" v="66" actId="207"/>
        <pc:sldMkLst>
          <pc:docMk/>
          <pc:sldMk cId="0" sldId="264"/>
        </pc:sldMkLst>
        <pc:spChg chg="mod">
          <ac:chgData name="sofia paz cartagena castro" userId="66ebe971d739352b" providerId="LiveId" clId="{4ECB9EF4-457B-4E05-A081-887402026DE1}" dt="2025-11-25T18:27:36.916" v="66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28.109" v="64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31.529" v="65" actId="20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23.423" v="63" actId="207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7:19.272" v="62" actId="207"/>
        <pc:sldMkLst>
          <pc:docMk/>
          <pc:sldMk cId="0" sldId="265"/>
        </pc:sldMkLst>
        <pc:spChg chg="mod">
          <ac:chgData name="sofia paz cartagena castro" userId="66ebe971d739352b" providerId="LiveId" clId="{4ECB9EF4-457B-4E05-A081-887402026DE1}" dt="2025-11-25T18:27:08.773" v="59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14.403" v="61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19.272" v="62" actId="20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12.059" v="60" actId="207"/>
          <ac:spMkLst>
            <pc:docMk/>
            <pc:sldMk cId="0" sldId="265"/>
            <ac:spMk id="18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7:03.362" v="58" actId="207"/>
        <pc:sldMkLst>
          <pc:docMk/>
          <pc:sldMk cId="0" sldId="266"/>
        </pc:sldMkLst>
        <pc:spChg chg="mod">
          <ac:chgData name="sofia paz cartagena castro" userId="66ebe971d739352b" providerId="LiveId" clId="{4ECB9EF4-457B-4E05-A081-887402026DE1}" dt="2025-11-25T18:26:59.220" v="57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7:03.362" v="58" actId="20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49.265" v="55" actId="207"/>
          <ac:spMkLst>
            <pc:docMk/>
            <pc:sldMk cId="0" sldId="266"/>
            <ac:spMk id="2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55.146" v="56" actId="207"/>
          <ac:spMkLst>
            <pc:docMk/>
            <pc:sldMk cId="0" sldId="266"/>
            <ac:spMk id="29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6:41.737" v="54" actId="207"/>
        <pc:sldMkLst>
          <pc:docMk/>
          <pc:sldMk cId="0" sldId="267"/>
        </pc:sldMkLst>
        <pc:spChg chg="mod">
          <ac:chgData name="sofia paz cartagena castro" userId="66ebe971d739352b" providerId="LiveId" clId="{4ECB9EF4-457B-4E05-A081-887402026DE1}" dt="2025-11-25T18:26:31.733" v="51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38.743" v="53" actId="207"/>
          <ac:spMkLst>
            <pc:docMk/>
            <pc:sldMk cId="0" sldId="267"/>
            <ac:spMk id="1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41.737" v="54" actId="207"/>
          <ac:spMkLst>
            <pc:docMk/>
            <pc:sldMk cId="0" sldId="267"/>
            <ac:spMk id="1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34.779" v="52" actId="207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6:25.765" v="50" actId="207"/>
        <pc:sldMkLst>
          <pc:docMk/>
          <pc:sldMk cId="0" sldId="268"/>
        </pc:sldMkLst>
        <pc:spChg chg="mod">
          <ac:chgData name="sofia paz cartagena castro" userId="66ebe971d739352b" providerId="LiveId" clId="{4ECB9EF4-457B-4E05-A081-887402026DE1}" dt="2025-11-25T18:26:22.305" v="49" actId="207"/>
          <ac:spMkLst>
            <pc:docMk/>
            <pc:sldMk cId="0" sldId="268"/>
            <ac:spMk id="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25.765" v="50" actId="207"/>
          <ac:spMkLst>
            <pc:docMk/>
            <pc:sldMk cId="0" sldId="268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15.138" v="47" actId="113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19.105" v="48" actId="207"/>
          <ac:spMkLst>
            <pc:docMk/>
            <pc:sldMk cId="0" sldId="268"/>
            <ac:spMk id="19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6:03.941" v="42" actId="207"/>
        <pc:sldMkLst>
          <pc:docMk/>
          <pc:sldMk cId="0" sldId="269"/>
        </pc:sldMkLst>
        <pc:spChg chg="mod">
          <ac:chgData name="sofia paz cartagena castro" userId="66ebe971d739352b" providerId="LiveId" clId="{4ECB9EF4-457B-4E05-A081-887402026DE1}" dt="2025-11-25T18:25:54.259" v="39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01.157" v="41" actId="20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6:03.941" v="4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5:58.858" v="40" actId="207"/>
          <ac:spMkLst>
            <pc:docMk/>
            <pc:sldMk cId="0" sldId="269"/>
            <ac:spMk id="21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5:30.066" v="38" actId="207"/>
        <pc:sldMkLst>
          <pc:docMk/>
          <pc:sldMk cId="0" sldId="270"/>
        </pc:sldMkLst>
        <pc:spChg chg="mod">
          <ac:chgData name="sofia paz cartagena castro" userId="66ebe971d739352b" providerId="LiveId" clId="{4ECB9EF4-457B-4E05-A081-887402026DE1}" dt="2025-11-25T18:25:25.935" v="37" actId="207"/>
          <ac:spMkLst>
            <pc:docMk/>
            <pc:sldMk cId="0" sldId="270"/>
            <ac:spMk id="7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5:30.066" v="38" actId="207"/>
          <ac:spMkLst>
            <pc:docMk/>
            <pc:sldMk cId="0" sldId="270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5:20.481" v="35" actId="207"/>
          <ac:spMkLst>
            <pc:docMk/>
            <pc:sldMk cId="0" sldId="270"/>
            <ac:spMk id="2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5:23.385" v="36" actId="207"/>
          <ac:spMkLst>
            <pc:docMk/>
            <pc:sldMk cId="0" sldId="270"/>
            <ac:spMk id="25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5:15.421" v="34" actId="207"/>
        <pc:sldMkLst>
          <pc:docMk/>
          <pc:sldMk cId="0" sldId="271"/>
        </pc:sldMkLst>
        <pc:spChg chg="mod">
          <ac:chgData name="sofia paz cartagena castro" userId="66ebe971d739352b" providerId="LiveId" clId="{4ECB9EF4-457B-4E05-A081-887402026DE1}" dt="2025-11-25T18:25:11.838" v="33" actId="20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5:15.421" v="34" actId="207"/>
          <ac:spMkLst>
            <pc:docMk/>
            <pc:sldMk cId="0" sldId="271"/>
            <ac:spMk id="15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59.015" v="29" actId="207"/>
          <ac:spMkLst>
            <pc:docMk/>
            <pc:sldMk cId="0" sldId="271"/>
            <ac:spMk id="2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5:08.803" v="32" actId="207"/>
          <ac:spMkLst>
            <pc:docMk/>
            <pc:sldMk cId="0" sldId="271"/>
            <ac:spMk id="2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4:48.416" v="28" actId="207"/>
        <pc:sldMkLst>
          <pc:docMk/>
          <pc:sldMk cId="0" sldId="272"/>
        </pc:sldMkLst>
        <pc:spChg chg="mod">
          <ac:chgData name="sofia paz cartagena castro" userId="66ebe971d739352b" providerId="LiveId" clId="{4ECB9EF4-457B-4E05-A081-887402026DE1}" dt="2025-11-25T18:24:45.105" v="27" actId="207"/>
          <ac:spMkLst>
            <pc:docMk/>
            <pc:sldMk cId="0" sldId="272"/>
            <ac:spMk id="8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48.416" v="28" actId="207"/>
          <ac:spMkLst>
            <pc:docMk/>
            <pc:sldMk cId="0" sldId="272"/>
            <ac:spMk id="9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34.074" v="25" actId="207"/>
          <ac:spMkLst>
            <pc:docMk/>
            <pc:sldMk cId="0" sldId="272"/>
            <ac:spMk id="16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40.167" v="26" actId="207"/>
          <ac:spMkLst>
            <pc:docMk/>
            <pc:sldMk cId="0" sldId="272"/>
            <ac:spMk id="17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4:15.020" v="21" actId="207"/>
        <pc:sldMkLst>
          <pc:docMk/>
          <pc:sldMk cId="0" sldId="273"/>
        </pc:sldMkLst>
        <pc:spChg chg="mod">
          <ac:chgData name="sofia paz cartagena castro" userId="66ebe971d739352b" providerId="LiveId" clId="{4ECB9EF4-457B-4E05-A081-887402026DE1}" dt="2025-11-25T18:24:04.191" v="19" actId="207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09.236" v="20" actId="20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15.020" v="21" actId="207"/>
          <ac:spMkLst>
            <pc:docMk/>
            <pc:sldMk cId="0" sldId="273"/>
            <ac:spMk id="15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3:56.684" v="18" actId="115"/>
          <ac:spMkLst>
            <pc:docMk/>
            <pc:sldMk cId="0" sldId="273"/>
            <ac:spMk id="18" creationId="{00000000-0000-0000-0000-000000000000}"/>
          </ac:spMkLst>
        </pc:spChg>
      </pc:sldChg>
      <pc:sldChg chg="modSp mod">
        <pc:chgData name="sofia paz cartagena castro" userId="66ebe971d739352b" providerId="LiveId" clId="{4ECB9EF4-457B-4E05-A081-887402026DE1}" dt="2025-11-25T18:24:27.191" v="24" actId="207"/>
        <pc:sldMkLst>
          <pc:docMk/>
          <pc:sldMk cId="0" sldId="274"/>
        </pc:sldMkLst>
        <pc:spChg chg="mod">
          <ac:chgData name="sofia paz cartagena castro" userId="66ebe971d739352b" providerId="LiveId" clId="{4ECB9EF4-457B-4E05-A081-887402026DE1}" dt="2025-11-25T18:24:22.969" v="23" actId="207"/>
          <ac:spMkLst>
            <pc:docMk/>
            <pc:sldMk cId="0" sldId="274"/>
            <ac:spMk id="9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27.191" v="24" actId="20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sofia paz cartagena castro" userId="66ebe971d739352b" providerId="LiveId" clId="{4ECB9EF4-457B-4E05-A081-887402026DE1}" dt="2025-11-25T18:24:19.792" v="22" actId="207"/>
          <ac:spMkLst>
            <pc:docMk/>
            <pc:sldMk cId="0" sldId="274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ocartagena02/AgeUp_Game.git" TargetMode="External"/><Relationship Id="rId3" Type="http://schemas.openxmlformats.org/officeDocument/2006/relationships/slide" Target="slide2.xml"/><Relationship Id="rId7" Type="http://schemas.openxmlformats.org/officeDocument/2006/relationships/hyperlink" Target="https://www.canva.com/design/DAG0Tdt38CQ/BXnRTRTODwvallf9Sl7uAw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hyperlink" Target="https://www.canva.com/design/DAG0Tdt38CQ/BXnRTRTODwvallf9Sl7uAw/edit" TargetMode="External"/><Relationship Id="rId7" Type="http://schemas.openxmlformats.org/officeDocument/2006/relationships/slide" Target="slid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1.xml"/><Relationship Id="rId10" Type="http://schemas.openxmlformats.org/officeDocument/2006/relationships/slide" Target="slide15.xml"/><Relationship Id="rId4" Type="http://schemas.openxmlformats.org/officeDocument/2006/relationships/hyperlink" Target="https://github.com/socartagena02/AgeUp_Game.git" TargetMode="Externa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hyperlink" Target="https://www.canva.com/design/DAG0Tdt38CQ/BXnRTRTODwvallf9Sl7uAw/edit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slide" Target="slide1.xml"/><Relationship Id="rId5" Type="http://schemas.openxmlformats.org/officeDocument/2006/relationships/image" Target="../media/image6.png"/><Relationship Id="rId10" Type="http://schemas.openxmlformats.org/officeDocument/2006/relationships/slide" Target="slide4.xml"/><Relationship Id="rId4" Type="http://schemas.openxmlformats.org/officeDocument/2006/relationships/hyperlink" Target="https://github.com/socartagena02/AgeUp_Game.git" TargetMode="Externa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1.png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ocartagena02/AgeUp_Game.git" TargetMode="External"/><Relationship Id="rId5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1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slide" Target="slid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hyperlink" Target="https://github.com/socartagena02/AgeUp_Game.git" TargetMode="External"/><Relationship Id="rId5" Type="http://schemas.openxmlformats.org/officeDocument/2006/relationships/image" Target="../media/image21.png"/><Relationship Id="rId10" Type="http://schemas.openxmlformats.org/officeDocument/2006/relationships/hyperlink" Target="https://www.canva.com/design/DAG0Tdt38CQ/BXnRTRTODwvallf9Sl7uAw/edit" TargetMode="External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hyperlink" Target="https://github.com/socartagena02/AgeUp_Game.git" TargetMode="External"/><Relationship Id="rId3" Type="http://schemas.openxmlformats.org/officeDocument/2006/relationships/slide" Target="slide13.xml"/><Relationship Id="rId7" Type="http://schemas.openxmlformats.org/officeDocument/2006/relationships/image" Target="../media/image29.svg"/><Relationship Id="rId12" Type="http://schemas.openxmlformats.org/officeDocument/2006/relationships/hyperlink" Target="https://www.canva.com/design/DAG0Tdt38CQ/BXnRTRTODwvallf9Sl7uAw/ed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G0Tdt38CQ/BXnRTRTODwvallf9Sl7uAw/edit" TargetMode="Externa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slide" Target="slide14.xml"/><Relationship Id="rId4" Type="http://schemas.openxmlformats.org/officeDocument/2006/relationships/hyperlink" Target="https://github.com/socartagena02/AgeUp_Game.gi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hyperlink" Target="https://github.com/socartagena02/AgeUp_Game.git" TargetMode="External"/><Relationship Id="rId4" Type="http://schemas.openxmlformats.org/officeDocument/2006/relationships/hyperlink" Target="https://www.canva.com/design/DAG0Tdt38CQ/BXnRTRTODwvallf9Sl7uAw/edit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www.canva.com/design/DAG0Tdt38CQ/BXnRTRTODwvallf9Sl7uAw/edit" TargetMode="External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slide" Target="slide1.xml"/><Relationship Id="rId5" Type="http://schemas.openxmlformats.org/officeDocument/2006/relationships/image" Target="../media/image36.png"/><Relationship Id="rId10" Type="http://schemas.openxmlformats.org/officeDocument/2006/relationships/slide" Target="slide16.xml"/><Relationship Id="rId4" Type="http://schemas.openxmlformats.org/officeDocument/2006/relationships/hyperlink" Target="https://github.com/socartagena02/AgeUp_Game.git" TargetMode="Externa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slide" Target="slide1.xml"/><Relationship Id="rId5" Type="http://schemas.openxmlformats.org/officeDocument/2006/relationships/image" Target="../media/image41.png"/><Relationship Id="rId10" Type="http://schemas.openxmlformats.org/officeDocument/2006/relationships/slide" Target="slide17.xml"/><Relationship Id="rId4" Type="http://schemas.openxmlformats.org/officeDocument/2006/relationships/image" Target="../media/image20.svg"/><Relationship Id="rId9" Type="http://schemas.openxmlformats.org/officeDocument/2006/relationships/hyperlink" Target="https://github.com/socartagena02/AgeUp_Game.git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Layout" Target="../slideLayouts/slideLayout7.xml"/><Relationship Id="rId7" Type="http://schemas.openxmlformats.org/officeDocument/2006/relationships/hyperlink" Target="https://github.com/socartagena02/AgeUp_Game.git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www.canva.com/design/DAG0Tdt38CQ/BXnRTRTODwvallf9Sl7uAw/edit" TargetMode="External"/><Relationship Id="rId5" Type="http://schemas.openxmlformats.org/officeDocument/2006/relationships/image" Target="../media/image44.jpeg"/><Relationship Id="rId4" Type="http://schemas.openxmlformats.org/officeDocument/2006/relationships/image" Target="../media/image1.png"/><Relationship Id="rId9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slide" Target="slide19.xml"/><Relationship Id="rId7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10" Type="http://schemas.openxmlformats.org/officeDocument/2006/relationships/slide" Target="slide1.xml"/><Relationship Id="rId4" Type="http://schemas.openxmlformats.org/officeDocument/2006/relationships/image" Target="../media/image45.png"/><Relationship Id="rId9" Type="http://schemas.openxmlformats.org/officeDocument/2006/relationships/hyperlink" Target="https://github.com/socartagena02/AgeUp_Game.git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va.com/design/DAG0Tdt38CQ/BXnRTRTODwvallf9Sl7uAw/edit" TargetMode="External"/><Relationship Id="rId3" Type="http://schemas.openxmlformats.org/officeDocument/2006/relationships/image" Target="../media/image49.pn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slide" Target="slide2.xml"/><Relationship Id="rId10" Type="http://schemas.openxmlformats.org/officeDocument/2006/relationships/slide" Target="slide1.xml"/><Relationship Id="rId4" Type="http://schemas.openxmlformats.org/officeDocument/2006/relationships/image" Target="../media/image50.svg"/><Relationship Id="rId9" Type="http://schemas.openxmlformats.org/officeDocument/2006/relationships/hyperlink" Target="https://github.com/socartagena02/AgeUp_Game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7284336" y="4860870"/>
            <a:ext cx="3719325" cy="1180044"/>
            <a:chOff x="0" y="0"/>
            <a:chExt cx="4780328" cy="157339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780328" cy="1060748"/>
              <a:chOff x="0" y="0"/>
              <a:chExt cx="559563" cy="12416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59563" cy="124166"/>
              </a:xfrm>
              <a:custGeom>
                <a:avLst/>
                <a:gdLst/>
                <a:ahLst/>
                <a:cxnLst/>
                <a:rect l="l" t="t" r="r" b="b"/>
                <a:pathLst>
                  <a:path w="559563" h="124166">
                    <a:moveTo>
                      <a:pt x="62083" y="0"/>
                    </a:moveTo>
                    <a:lnTo>
                      <a:pt x="497480" y="0"/>
                    </a:lnTo>
                    <a:cubicBezTo>
                      <a:pt x="531767" y="0"/>
                      <a:pt x="559563" y="27796"/>
                      <a:pt x="559563" y="62083"/>
                    </a:cubicBezTo>
                    <a:lnTo>
                      <a:pt x="559563" y="62083"/>
                    </a:lnTo>
                    <a:cubicBezTo>
                      <a:pt x="559563" y="78549"/>
                      <a:pt x="553022" y="94340"/>
                      <a:pt x="541379" y="105982"/>
                    </a:cubicBezTo>
                    <a:cubicBezTo>
                      <a:pt x="529736" y="117625"/>
                      <a:pt x="513945" y="124166"/>
                      <a:pt x="497480" y="124166"/>
                    </a:cubicBezTo>
                    <a:lnTo>
                      <a:pt x="62083" y="124166"/>
                    </a:lnTo>
                    <a:cubicBezTo>
                      <a:pt x="27796" y="124166"/>
                      <a:pt x="0" y="96371"/>
                      <a:pt x="0" y="62083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394157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59563" cy="1622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83652" y="262777"/>
              <a:ext cx="3670895" cy="1310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INICIAR JUEGO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1338111"/>
            <a:ext cx="7814282" cy="8984880"/>
          </a:xfrm>
          <a:custGeom>
            <a:avLst/>
            <a:gdLst/>
            <a:ahLst/>
            <a:cxnLst/>
            <a:rect l="l" t="t" r="r" b="b"/>
            <a:pathLst>
              <a:path w="7814282" h="8984880">
                <a:moveTo>
                  <a:pt x="0" y="0"/>
                </a:moveTo>
                <a:lnTo>
                  <a:pt x="7814282" y="0"/>
                </a:lnTo>
                <a:lnTo>
                  <a:pt x="7814282" y="8984880"/>
                </a:lnTo>
                <a:lnTo>
                  <a:pt x="0" y="8984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5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 rot="4621287">
            <a:off x="14926455" y="1861547"/>
            <a:ext cx="2589350" cy="2414626"/>
          </a:xfrm>
          <a:custGeom>
            <a:avLst/>
            <a:gdLst/>
            <a:ahLst/>
            <a:cxnLst/>
            <a:rect l="l" t="t" r="r" b="b"/>
            <a:pathLst>
              <a:path w="2589350" h="2414626">
                <a:moveTo>
                  <a:pt x="0" y="0"/>
                </a:moveTo>
                <a:lnTo>
                  <a:pt x="2589350" y="0"/>
                </a:lnTo>
                <a:lnTo>
                  <a:pt x="2589350" y="2414626"/>
                </a:lnTo>
                <a:lnTo>
                  <a:pt x="0" y="2414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3579296" y="3068860"/>
            <a:ext cx="11129407" cy="1057037"/>
            <a:chOff x="0" y="0"/>
            <a:chExt cx="14839210" cy="140938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4300"/>
              <a:ext cx="14839210" cy="129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51"/>
                </a:lnSpc>
                <a:spcBef>
                  <a:spcPct val="0"/>
                </a:spcBef>
              </a:pPr>
              <a:r>
                <a:rPr lang="en-US" sz="6937">
                  <a:solidFill>
                    <a:srgbClr val="394157"/>
                  </a:solidFill>
                  <a:latin typeface="Arcade Gamer"/>
                  <a:ea typeface="Arcade Gamer"/>
                  <a:cs typeface="Arcade Gamer"/>
                  <a:sym typeface="Arcade Gamer"/>
                </a:rPr>
                <a:t>AGEUP_GAMES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60499"/>
              <a:ext cx="14839210" cy="1248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287"/>
                </a:lnSpc>
                <a:spcBef>
                  <a:spcPct val="0"/>
                </a:spcBef>
              </a:pPr>
              <a:r>
                <a:rPr lang="en-US" sz="6760">
                  <a:gradFill>
                    <a:gsLst>
                      <a:gs pos="0">
                        <a:srgbClr val="89D957">
                          <a:alpha val="100000"/>
                        </a:srgbClr>
                      </a:gs>
                      <a:gs pos="100000">
                        <a:srgbClr val="C9E265">
                          <a:alpha val="100000"/>
                        </a:srgbClr>
                      </a:gs>
                    </a:gsLst>
                    <a:lin ang="0"/>
                  </a:gradFill>
                  <a:latin typeface="Arcade Gamer"/>
                  <a:ea typeface="Arcade Gamer"/>
                  <a:cs typeface="Arcade Gamer"/>
                  <a:sym typeface="Arcade Gamer"/>
                </a:rPr>
                <a:t>AGEUP_GAMES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532974" y="7641252"/>
            <a:ext cx="8237565" cy="108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NOMBRES: SOFÍA CARTAGENA,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ALLEN RODRIGUEZ Y ESTEBAN RODRIGUEZ</a:t>
            </a:r>
          </a:p>
          <a:p>
            <a:pPr algn="ctr">
              <a:lnSpc>
                <a:spcPts val="2870"/>
              </a:lnSpc>
            </a:pPr>
            <a:r>
              <a:rPr lang="en-US" sz="205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EMPRESA: HOSPITAL GERIATRÍCO LA PAZ DE LA TARDE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1" name="Freeform 21"/>
          <p:cNvSpPr/>
          <p:nvPr/>
        </p:nvSpPr>
        <p:spPr>
          <a:xfrm>
            <a:off x="15042589" y="6877240"/>
            <a:ext cx="2431686" cy="2217126"/>
          </a:xfrm>
          <a:custGeom>
            <a:avLst/>
            <a:gdLst/>
            <a:ahLst/>
            <a:cxnLst/>
            <a:rect l="l" t="t" r="r" b="b"/>
            <a:pathLst>
              <a:path w="2431686" h="2217126">
                <a:moveTo>
                  <a:pt x="0" y="0"/>
                </a:moveTo>
                <a:lnTo>
                  <a:pt x="2431686" y="0"/>
                </a:lnTo>
                <a:lnTo>
                  <a:pt x="2431686" y="2217125"/>
                </a:lnTo>
                <a:lnTo>
                  <a:pt x="0" y="2217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3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5205" y="1033116"/>
            <a:ext cx="8820580" cy="148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MUESTRA DE NIVELES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34616" y="4582916"/>
            <a:ext cx="8237590" cy="1049831"/>
            <a:chOff x="0" y="0"/>
            <a:chExt cx="10983453" cy="1399775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983453" cy="1399775"/>
              <a:chOff x="0" y="0"/>
              <a:chExt cx="839362" cy="10697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39362" cy="106972"/>
              </a:xfrm>
              <a:custGeom>
                <a:avLst/>
                <a:gdLst/>
                <a:ahLst/>
                <a:cxnLst/>
                <a:rect l="l" t="t" r="r" b="b"/>
                <a:pathLst>
                  <a:path w="839362" h="106972">
                    <a:moveTo>
                      <a:pt x="53486" y="0"/>
                    </a:moveTo>
                    <a:lnTo>
                      <a:pt x="785876" y="0"/>
                    </a:lnTo>
                    <a:cubicBezTo>
                      <a:pt x="800062" y="0"/>
                      <a:pt x="813666" y="5635"/>
                      <a:pt x="823697" y="15666"/>
                    </a:cubicBezTo>
                    <a:cubicBezTo>
                      <a:pt x="833727" y="25696"/>
                      <a:pt x="839362" y="39301"/>
                      <a:pt x="839362" y="53486"/>
                    </a:cubicBezTo>
                    <a:lnTo>
                      <a:pt x="839362" y="53486"/>
                    </a:lnTo>
                    <a:cubicBezTo>
                      <a:pt x="839362" y="83025"/>
                      <a:pt x="815416" y="106972"/>
                      <a:pt x="785876" y="106972"/>
                    </a:cubicBezTo>
                    <a:lnTo>
                      <a:pt x="53486" y="106972"/>
                    </a:lnTo>
                    <a:cubicBezTo>
                      <a:pt x="39301" y="106972"/>
                      <a:pt x="25696" y="101337"/>
                      <a:pt x="15666" y="91306"/>
                    </a:cubicBezTo>
                    <a:cubicBezTo>
                      <a:pt x="5635" y="81275"/>
                      <a:pt x="0" y="67671"/>
                      <a:pt x="0" y="53486"/>
                    </a:cubicBezTo>
                    <a:lnTo>
                      <a:pt x="0" y="53486"/>
                    </a:lnTo>
                    <a:cubicBezTo>
                      <a:pt x="0" y="39301"/>
                      <a:pt x="5635" y="25696"/>
                      <a:pt x="15666" y="15666"/>
                    </a:cubicBezTo>
                    <a:cubicBezTo>
                      <a:pt x="25696" y="5635"/>
                      <a:pt x="39301" y="0"/>
                      <a:pt x="53486" y="0"/>
                    </a:cubicBezTo>
                    <a:close/>
                  </a:path>
                </a:pathLst>
              </a:custGeom>
              <a:solidFill>
                <a:srgbClr val="503957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839362" cy="1545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41020" y="432889"/>
              <a:ext cx="8434381" cy="740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64"/>
                </a:lnSpc>
                <a:spcBef>
                  <a:spcPct val="0"/>
                </a:spcBef>
              </a:pPr>
              <a:r>
                <a:rPr lang="en-US" sz="3188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GRÁFICOS Y METODOLOGIA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4021" y="6364267"/>
            <a:ext cx="8038780" cy="1115588"/>
            <a:chOff x="0" y="0"/>
            <a:chExt cx="10718374" cy="148745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0718374" cy="1487450"/>
              <a:chOff x="0" y="0"/>
              <a:chExt cx="819105" cy="11367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9105" cy="113672"/>
              </a:xfrm>
              <a:custGeom>
                <a:avLst/>
                <a:gdLst/>
                <a:ahLst/>
                <a:cxnLst/>
                <a:rect l="l" t="t" r="r" b="b"/>
                <a:pathLst>
                  <a:path w="819105" h="113672">
                    <a:moveTo>
                      <a:pt x="56836" y="0"/>
                    </a:moveTo>
                    <a:lnTo>
                      <a:pt x="762269" y="0"/>
                    </a:lnTo>
                    <a:cubicBezTo>
                      <a:pt x="793658" y="0"/>
                      <a:pt x="819105" y="25446"/>
                      <a:pt x="819105" y="56836"/>
                    </a:cubicBezTo>
                    <a:lnTo>
                      <a:pt x="819105" y="56836"/>
                    </a:lnTo>
                    <a:cubicBezTo>
                      <a:pt x="819105" y="88226"/>
                      <a:pt x="793658" y="113672"/>
                      <a:pt x="762269" y="113672"/>
                    </a:cubicBezTo>
                    <a:lnTo>
                      <a:pt x="56836" y="113672"/>
                    </a:lnTo>
                    <a:cubicBezTo>
                      <a:pt x="25446" y="113672"/>
                      <a:pt x="0" y="88226"/>
                      <a:pt x="0" y="56836"/>
                    </a:cubicBezTo>
                    <a:lnTo>
                      <a:pt x="0" y="56836"/>
                    </a:lnTo>
                    <a:cubicBezTo>
                      <a:pt x="0" y="25446"/>
                      <a:pt x="25446" y="0"/>
                      <a:pt x="56836" y="0"/>
                    </a:cubicBezTo>
                    <a:close/>
                  </a:path>
                </a:pathLst>
              </a:custGeom>
              <a:solidFill>
                <a:srgbClr val="39575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819105" cy="170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308656" y="423365"/>
              <a:ext cx="8230822" cy="825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VIDEO DEMOSTRATIVO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16701" y="2905353"/>
            <a:ext cx="8237590" cy="1115588"/>
            <a:chOff x="0" y="0"/>
            <a:chExt cx="10983453" cy="148745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0983453" cy="1487450"/>
              <a:chOff x="0" y="0"/>
              <a:chExt cx="839362" cy="11367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39362" cy="113672"/>
              </a:xfrm>
              <a:custGeom>
                <a:avLst/>
                <a:gdLst/>
                <a:ahLst/>
                <a:cxnLst/>
                <a:rect l="l" t="t" r="r" b="b"/>
                <a:pathLst>
                  <a:path w="839362" h="113672">
                    <a:moveTo>
                      <a:pt x="56836" y="0"/>
                    </a:moveTo>
                    <a:lnTo>
                      <a:pt x="782526" y="0"/>
                    </a:lnTo>
                    <a:cubicBezTo>
                      <a:pt x="813916" y="0"/>
                      <a:pt x="839362" y="25446"/>
                      <a:pt x="839362" y="56836"/>
                    </a:cubicBezTo>
                    <a:lnTo>
                      <a:pt x="839362" y="56836"/>
                    </a:lnTo>
                    <a:cubicBezTo>
                      <a:pt x="839362" y="71910"/>
                      <a:pt x="833374" y="86366"/>
                      <a:pt x="822715" y="97025"/>
                    </a:cubicBezTo>
                    <a:cubicBezTo>
                      <a:pt x="812056" y="107684"/>
                      <a:pt x="797600" y="113672"/>
                      <a:pt x="782526" y="113672"/>
                    </a:cubicBezTo>
                    <a:lnTo>
                      <a:pt x="56836" y="113672"/>
                    </a:lnTo>
                    <a:cubicBezTo>
                      <a:pt x="25446" y="113672"/>
                      <a:pt x="0" y="88226"/>
                      <a:pt x="0" y="56836"/>
                    </a:cubicBezTo>
                    <a:lnTo>
                      <a:pt x="0" y="56836"/>
                    </a:lnTo>
                    <a:cubicBezTo>
                      <a:pt x="0" y="25446"/>
                      <a:pt x="25446" y="0"/>
                      <a:pt x="56836" y="0"/>
                    </a:cubicBezTo>
                    <a:close/>
                  </a:path>
                </a:pathLst>
              </a:custGeom>
              <a:solidFill>
                <a:srgbClr val="381D0C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839362" cy="170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341020" y="423365"/>
              <a:ext cx="8434381" cy="825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8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PROBLEMA Y OBJE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35495" y="6364267"/>
            <a:ext cx="8237590" cy="1115588"/>
            <a:chOff x="0" y="0"/>
            <a:chExt cx="10983453" cy="148745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0983453" cy="1487450"/>
              <a:chOff x="0" y="0"/>
              <a:chExt cx="839362" cy="11367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39362" cy="113672"/>
              </a:xfrm>
              <a:custGeom>
                <a:avLst/>
                <a:gdLst/>
                <a:ahLst/>
                <a:cxnLst/>
                <a:rect l="l" t="t" r="r" b="b"/>
                <a:pathLst>
                  <a:path w="839362" h="113672">
                    <a:moveTo>
                      <a:pt x="56836" y="0"/>
                    </a:moveTo>
                    <a:lnTo>
                      <a:pt x="782526" y="0"/>
                    </a:lnTo>
                    <a:cubicBezTo>
                      <a:pt x="813916" y="0"/>
                      <a:pt x="839362" y="25446"/>
                      <a:pt x="839362" y="56836"/>
                    </a:cubicBezTo>
                    <a:lnTo>
                      <a:pt x="839362" y="56836"/>
                    </a:lnTo>
                    <a:cubicBezTo>
                      <a:pt x="839362" y="71910"/>
                      <a:pt x="833374" y="86366"/>
                      <a:pt x="822715" y="97025"/>
                    </a:cubicBezTo>
                    <a:cubicBezTo>
                      <a:pt x="812056" y="107684"/>
                      <a:pt x="797600" y="113672"/>
                      <a:pt x="782526" y="113672"/>
                    </a:cubicBezTo>
                    <a:lnTo>
                      <a:pt x="56836" y="113672"/>
                    </a:lnTo>
                    <a:cubicBezTo>
                      <a:pt x="25446" y="113672"/>
                      <a:pt x="0" y="88226"/>
                      <a:pt x="0" y="56836"/>
                    </a:cubicBezTo>
                    <a:lnTo>
                      <a:pt x="0" y="56836"/>
                    </a:lnTo>
                    <a:cubicBezTo>
                      <a:pt x="0" y="25446"/>
                      <a:pt x="25446" y="0"/>
                      <a:pt x="56836" y="0"/>
                    </a:cubicBezTo>
                    <a:close/>
                  </a:path>
                </a:pathLst>
              </a:custGeom>
              <a:solidFill>
                <a:srgbClr val="2F0B76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839362" cy="170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341020" y="423365"/>
              <a:ext cx="8434381" cy="825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9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DOCUMENTACIÓN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71340" y="4585706"/>
            <a:ext cx="8565900" cy="1115588"/>
            <a:chOff x="0" y="0"/>
            <a:chExt cx="11421200" cy="148745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1421200" cy="1487450"/>
              <a:chOff x="0" y="0"/>
              <a:chExt cx="872815" cy="11367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72815" cy="113672"/>
              </a:xfrm>
              <a:custGeom>
                <a:avLst/>
                <a:gdLst/>
                <a:ahLst/>
                <a:cxnLst/>
                <a:rect l="l" t="t" r="r" b="b"/>
                <a:pathLst>
                  <a:path w="872815" h="113672">
                    <a:moveTo>
                      <a:pt x="56836" y="0"/>
                    </a:moveTo>
                    <a:lnTo>
                      <a:pt x="815979" y="0"/>
                    </a:lnTo>
                    <a:cubicBezTo>
                      <a:pt x="831053" y="0"/>
                      <a:pt x="845509" y="5988"/>
                      <a:pt x="856168" y="16647"/>
                    </a:cubicBezTo>
                    <a:cubicBezTo>
                      <a:pt x="866827" y="27306"/>
                      <a:pt x="872815" y="41762"/>
                      <a:pt x="872815" y="56836"/>
                    </a:cubicBezTo>
                    <a:lnTo>
                      <a:pt x="872815" y="56836"/>
                    </a:lnTo>
                    <a:cubicBezTo>
                      <a:pt x="872815" y="88226"/>
                      <a:pt x="847369" y="113672"/>
                      <a:pt x="815979" y="113672"/>
                    </a:cubicBezTo>
                    <a:lnTo>
                      <a:pt x="56836" y="113672"/>
                    </a:lnTo>
                    <a:cubicBezTo>
                      <a:pt x="25446" y="113672"/>
                      <a:pt x="0" y="88226"/>
                      <a:pt x="0" y="56836"/>
                    </a:cubicBezTo>
                    <a:lnTo>
                      <a:pt x="0" y="56836"/>
                    </a:lnTo>
                    <a:cubicBezTo>
                      <a:pt x="0" y="25446"/>
                      <a:pt x="25446" y="0"/>
                      <a:pt x="56836" y="0"/>
                    </a:cubicBezTo>
                    <a:close/>
                  </a:path>
                </a:pathLst>
              </a:custGeom>
              <a:solidFill>
                <a:srgbClr val="2E4F65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872815" cy="170822"/>
              </a:xfrm>
              <a:prstGeom prst="rect">
                <a:avLst/>
              </a:prstGeom>
            </p:spPr>
            <p:txBody>
              <a:bodyPr lIns="77812" tIns="77812" rIns="77812" bIns="77812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394467" y="423365"/>
              <a:ext cx="8770535" cy="825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10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TECNOLOGIA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3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7213" y="2455299"/>
            <a:ext cx="4100423" cy="5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PROBLEMAS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31682" y="2455299"/>
            <a:ext cx="5693634" cy="5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>
                <a:solidFill>
                  <a:srgbClr val="FFF8E7"/>
                </a:solidFill>
                <a:latin typeface="Arcade Gamer"/>
                <a:ea typeface="Arcade Gamer"/>
                <a:cs typeface="Arcade Gamer"/>
                <a:sym typeface="Arcade Gamer"/>
              </a:rPr>
              <a:t>SOLUCIÓN PROPUESTA</a:t>
            </a:r>
          </a:p>
        </p:txBody>
      </p:sp>
      <p:sp>
        <p:nvSpPr>
          <p:cNvPr id="12" name="Freeform 12"/>
          <p:cNvSpPr/>
          <p:nvPr/>
        </p:nvSpPr>
        <p:spPr>
          <a:xfrm rot="-920908">
            <a:off x="8329443" y="5091235"/>
            <a:ext cx="1629114" cy="2560036"/>
          </a:xfrm>
          <a:custGeom>
            <a:avLst/>
            <a:gdLst/>
            <a:ahLst/>
            <a:cxnLst/>
            <a:rect l="l" t="t" r="r" b="b"/>
            <a:pathLst>
              <a:path w="1629114" h="2560036">
                <a:moveTo>
                  <a:pt x="0" y="0"/>
                </a:moveTo>
                <a:lnTo>
                  <a:pt x="1629114" y="0"/>
                </a:lnTo>
                <a:lnTo>
                  <a:pt x="1629114" y="2560036"/>
                </a:lnTo>
                <a:lnTo>
                  <a:pt x="0" y="2560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3850562" y="4764962"/>
            <a:ext cx="3409621" cy="3056260"/>
          </a:xfrm>
          <a:custGeom>
            <a:avLst/>
            <a:gdLst/>
            <a:ahLst/>
            <a:cxnLst/>
            <a:rect l="l" t="t" r="r" b="b"/>
            <a:pathLst>
              <a:path w="3409621" h="3056260">
                <a:moveTo>
                  <a:pt x="0" y="0"/>
                </a:moveTo>
                <a:lnTo>
                  <a:pt x="3409621" y="0"/>
                </a:lnTo>
                <a:lnTo>
                  <a:pt x="3409621" y="3056260"/>
                </a:lnTo>
                <a:lnTo>
                  <a:pt x="0" y="30562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7542933" y="2455299"/>
            <a:ext cx="3473087" cy="5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>
                <a:solidFill>
                  <a:srgbClr val="FFF8E7"/>
                </a:solidFill>
                <a:latin typeface="Arcade Gamer"/>
                <a:ea typeface="Arcade Gamer"/>
                <a:cs typeface="Arcade Gamer"/>
                <a:sym typeface="Arcade Gamer"/>
              </a:rPr>
              <a:t>OBJETIVOS</a:t>
            </a:r>
          </a:p>
        </p:txBody>
      </p:sp>
      <p:sp>
        <p:nvSpPr>
          <p:cNvPr id="15" name="Freeform 15"/>
          <p:cNvSpPr/>
          <p:nvPr/>
        </p:nvSpPr>
        <p:spPr>
          <a:xfrm>
            <a:off x="602198" y="3363375"/>
            <a:ext cx="5270785" cy="5314865"/>
          </a:xfrm>
          <a:custGeom>
            <a:avLst/>
            <a:gdLst/>
            <a:ahLst/>
            <a:cxnLst/>
            <a:rect l="l" t="t" r="r" b="b"/>
            <a:pathLst>
              <a:path w="5270785" h="5314865">
                <a:moveTo>
                  <a:pt x="0" y="0"/>
                </a:moveTo>
                <a:lnTo>
                  <a:pt x="5270785" y="0"/>
                </a:lnTo>
                <a:lnTo>
                  <a:pt x="5270785" y="5314865"/>
                </a:lnTo>
                <a:lnTo>
                  <a:pt x="0" y="53148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22" r="-4344" b="-122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6" name="Group 16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10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ARQUITECTURAS</a:t>
            </a:r>
          </a:p>
        </p:txBody>
      </p:sp>
      <p:sp>
        <p:nvSpPr>
          <p:cNvPr id="8" name="Freeform 8"/>
          <p:cNvSpPr/>
          <p:nvPr/>
        </p:nvSpPr>
        <p:spPr>
          <a:xfrm>
            <a:off x="13930025" y="1765466"/>
            <a:ext cx="3758343" cy="6756069"/>
          </a:xfrm>
          <a:custGeom>
            <a:avLst/>
            <a:gdLst/>
            <a:ahLst/>
            <a:cxnLst/>
            <a:rect l="l" t="t" r="r" b="b"/>
            <a:pathLst>
              <a:path w="3758343" h="6756069">
                <a:moveTo>
                  <a:pt x="0" y="0"/>
                </a:moveTo>
                <a:lnTo>
                  <a:pt x="3758343" y="0"/>
                </a:lnTo>
                <a:lnTo>
                  <a:pt x="3758343" y="6756068"/>
                </a:lnTo>
                <a:lnTo>
                  <a:pt x="0" y="6756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19646" y="2752576"/>
            <a:ext cx="12855618" cy="5768959"/>
          </a:xfrm>
          <a:custGeom>
            <a:avLst/>
            <a:gdLst/>
            <a:ahLst/>
            <a:cxnLst/>
            <a:rect l="l" t="t" r="r" b="b"/>
            <a:pathLst>
              <a:path w="12855618" h="5768959">
                <a:moveTo>
                  <a:pt x="0" y="0"/>
                </a:moveTo>
                <a:lnTo>
                  <a:pt x="12855618" y="0"/>
                </a:lnTo>
                <a:lnTo>
                  <a:pt x="12855618" y="5768958"/>
                </a:lnTo>
                <a:lnTo>
                  <a:pt x="0" y="5768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475264" y="8292109"/>
            <a:ext cx="4788664" cy="893165"/>
            <a:chOff x="0" y="0"/>
            <a:chExt cx="6384885" cy="119088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384885" cy="1190887"/>
              <a:chOff x="0" y="0"/>
              <a:chExt cx="701809" cy="13089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01809" cy="130899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30899">
                    <a:moveTo>
                      <a:pt x="65450" y="0"/>
                    </a:moveTo>
                    <a:lnTo>
                      <a:pt x="636360" y="0"/>
                    </a:lnTo>
                    <a:cubicBezTo>
                      <a:pt x="672506" y="0"/>
                      <a:pt x="701809" y="29303"/>
                      <a:pt x="701809" y="65450"/>
                    </a:cubicBezTo>
                    <a:lnTo>
                      <a:pt x="701809" y="65450"/>
                    </a:lnTo>
                    <a:cubicBezTo>
                      <a:pt x="701809" y="101596"/>
                      <a:pt x="672506" y="130899"/>
                      <a:pt x="636360" y="130899"/>
                    </a:cubicBezTo>
                    <a:lnTo>
                      <a:pt x="65450" y="130899"/>
                    </a:lnTo>
                    <a:cubicBezTo>
                      <a:pt x="29303" y="130899"/>
                      <a:pt x="0" y="101596"/>
                      <a:pt x="0" y="65450"/>
                    </a:cubicBezTo>
                    <a:lnTo>
                      <a:pt x="0" y="65450"/>
                    </a:lnTo>
                    <a:cubicBezTo>
                      <a:pt x="0" y="29303"/>
                      <a:pt x="29303" y="0"/>
                      <a:pt x="65450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701809" cy="1785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79560" y="283553"/>
              <a:ext cx="4903062" cy="75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4"/>
                </a:lnSpc>
                <a:spcBef>
                  <a:spcPct val="0"/>
                </a:spcBef>
              </a:pPr>
              <a:r>
                <a:rPr lang="en-US" sz="32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SIGUIENTE NIVEL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2958501" y="2829743"/>
            <a:ext cx="12777466" cy="5462367"/>
          </a:xfrm>
          <a:custGeom>
            <a:avLst/>
            <a:gdLst/>
            <a:ahLst/>
            <a:cxnLst/>
            <a:rect l="l" t="t" r="r" b="b"/>
            <a:pathLst>
              <a:path w="12777466" h="5462367">
                <a:moveTo>
                  <a:pt x="0" y="0"/>
                </a:moveTo>
                <a:lnTo>
                  <a:pt x="12777466" y="0"/>
                </a:lnTo>
                <a:lnTo>
                  <a:pt x="12777466" y="5462366"/>
                </a:lnTo>
                <a:lnTo>
                  <a:pt x="0" y="5462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0989" y="1370485"/>
            <a:ext cx="17032490" cy="131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4"/>
              </a:lnSpc>
            </a:pPr>
            <a:r>
              <a:rPr lang="en-US" sz="76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GRÁFICO DE EFICIENCIA POR NÚMERO DE CLICS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100335" y="2689474"/>
            <a:ext cx="10613409" cy="6305697"/>
          </a:xfrm>
          <a:custGeom>
            <a:avLst/>
            <a:gdLst/>
            <a:ahLst/>
            <a:cxnLst/>
            <a:rect l="l" t="t" r="r" b="b"/>
            <a:pathLst>
              <a:path w="10613409" h="6305697">
                <a:moveTo>
                  <a:pt x="0" y="0"/>
                </a:moveTo>
                <a:lnTo>
                  <a:pt x="10613409" y="0"/>
                </a:lnTo>
                <a:lnTo>
                  <a:pt x="10613409" y="6305697"/>
                </a:lnTo>
                <a:lnTo>
                  <a:pt x="0" y="6305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0989" y="1495581"/>
            <a:ext cx="17032490" cy="119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4"/>
              </a:lnSpc>
            </a:pPr>
            <a:r>
              <a:rPr lang="en-US" sz="69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DISTRIBUCIÓN DE PUNTUACIONES POR CLICS GRÁFICO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2261035" y="2551913"/>
            <a:ext cx="13765929" cy="5884935"/>
          </a:xfrm>
          <a:custGeom>
            <a:avLst/>
            <a:gdLst/>
            <a:ahLst/>
            <a:cxnLst/>
            <a:rect l="l" t="t" r="r" b="b"/>
            <a:pathLst>
              <a:path w="13765929" h="5884935">
                <a:moveTo>
                  <a:pt x="0" y="0"/>
                </a:moveTo>
                <a:lnTo>
                  <a:pt x="13765930" y="0"/>
                </a:lnTo>
                <a:lnTo>
                  <a:pt x="13765930" y="5884935"/>
                </a:lnTo>
                <a:lnTo>
                  <a:pt x="0" y="588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0989" y="1252898"/>
            <a:ext cx="17032490" cy="1104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4"/>
              </a:lnSpc>
            </a:pPr>
            <a:r>
              <a:rPr lang="en-US" sz="63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RELACIÓN GRÁFICA: ESFUERZO, PRECISIÓN Y PUNTUACIÓN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2702273" y="2727452"/>
            <a:ext cx="12665451" cy="6047753"/>
          </a:xfrm>
          <a:custGeom>
            <a:avLst/>
            <a:gdLst/>
            <a:ahLst/>
            <a:cxnLst/>
            <a:rect l="l" t="t" r="r" b="b"/>
            <a:pathLst>
              <a:path w="12665451" h="6047753">
                <a:moveTo>
                  <a:pt x="0" y="0"/>
                </a:moveTo>
                <a:lnTo>
                  <a:pt x="12665451" y="0"/>
                </a:lnTo>
                <a:lnTo>
                  <a:pt x="12665451" y="6047753"/>
                </a:lnTo>
                <a:lnTo>
                  <a:pt x="0" y="6047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967" y="1574348"/>
            <a:ext cx="17267080" cy="76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4"/>
              </a:lnSpc>
            </a:pPr>
            <a:r>
              <a:rPr lang="en-US" sz="43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GRÁFICO QUE MUESTRA LA RELACIÓN ENTRE EL TIEMPO DE REACCIÓN Y LOS ERRORES.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99336" y="8292109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390003" y="2524261"/>
            <a:ext cx="10034516" cy="6734039"/>
          </a:xfrm>
          <a:custGeom>
            <a:avLst/>
            <a:gdLst/>
            <a:ahLst/>
            <a:cxnLst/>
            <a:rect l="l" t="t" r="r" b="b"/>
            <a:pathLst>
              <a:path w="10034516" h="6734039">
                <a:moveTo>
                  <a:pt x="0" y="0"/>
                </a:moveTo>
                <a:lnTo>
                  <a:pt x="10034516" y="0"/>
                </a:lnTo>
                <a:lnTo>
                  <a:pt x="10034516" y="6734039"/>
                </a:lnTo>
                <a:lnTo>
                  <a:pt x="0" y="6734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0920" y="1230817"/>
            <a:ext cx="17267080" cy="1120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64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ANÁLISIS GRÁFICO: CLICS, PUNTUACIÓN Y TASA DE FALLOS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3123260" y="3415158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667062"/>
            <a:ext cx="5191803" cy="5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>
                <a:solidFill>
                  <a:srgbClr val="FFF8E7"/>
                </a:solidFill>
                <a:latin typeface="Arcade Gamer"/>
                <a:ea typeface="Arcade Gamer"/>
                <a:cs typeface="Arcade Gamer"/>
                <a:sym typeface="Arcade Gamer"/>
              </a:rPr>
              <a:t>METODOLOGIA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266152"/>
            <a:ext cx="88205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METODOLOGIA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MOCKUP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908440" y="807586"/>
            <a:ext cx="2516079" cy="1660774"/>
            <a:chOff x="0" y="0"/>
            <a:chExt cx="3354772" cy="2214366"/>
          </a:xfrm>
        </p:grpSpPr>
        <p:sp>
          <p:nvSpPr>
            <p:cNvPr id="9" name="Freeform 9"/>
            <p:cNvSpPr/>
            <p:nvPr/>
          </p:nvSpPr>
          <p:spPr>
            <a:xfrm rot="10673339">
              <a:off x="1389576" y="35025"/>
              <a:ext cx="1933775" cy="1741658"/>
            </a:xfrm>
            <a:custGeom>
              <a:avLst/>
              <a:gdLst/>
              <a:ahLst/>
              <a:cxnLst/>
              <a:rect l="l" t="t" r="r" b="b"/>
              <a:pathLst>
                <a:path w="1933775" h="1741658">
                  <a:moveTo>
                    <a:pt x="0" y="0"/>
                  </a:moveTo>
                  <a:lnTo>
                    <a:pt x="1933775" y="0"/>
                  </a:lnTo>
                  <a:lnTo>
                    <a:pt x="1933775" y="1741658"/>
                  </a:lnTo>
                  <a:lnTo>
                    <a:pt x="0" y="1741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66459"/>
              <a:ext cx="3354772" cy="347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9"/>
                </a:lnSpc>
              </a:pPr>
              <a:r>
                <a:rPr lang="en-US" sz="1557">
                  <a:solidFill>
                    <a:srgbClr val="FFFFFF"/>
                  </a:solidFill>
                  <a:latin typeface="Game Station Condensed"/>
                  <a:ea typeface="Game Station Condensed"/>
                  <a:cs typeface="Game Station Condensed"/>
                  <a:sym typeface="Game Station Condensed"/>
                </a:rPr>
                <a:t>VER  MOCKUP COMPLETO AQUÍ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83187" y="3059191"/>
            <a:ext cx="4965454" cy="2850009"/>
          </a:xfrm>
          <a:custGeom>
            <a:avLst/>
            <a:gdLst/>
            <a:ahLst/>
            <a:cxnLst/>
            <a:rect l="l" t="t" r="r" b="b"/>
            <a:pathLst>
              <a:path w="4965454" h="2850009">
                <a:moveTo>
                  <a:pt x="0" y="0"/>
                </a:moveTo>
                <a:lnTo>
                  <a:pt x="4965454" y="0"/>
                </a:lnTo>
                <a:lnTo>
                  <a:pt x="4965454" y="2850009"/>
                </a:lnTo>
                <a:lnTo>
                  <a:pt x="0" y="2850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03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6125928" y="3060578"/>
            <a:ext cx="4965454" cy="2850009"/>
          </a:xfrm>
          <a:custGeom>
            <a:avLst/>
            <a:gdLst/>
            <a:ahLst/>
            <a:cxnLst/>
            <a:rect l="l" t="t" r="r" b="b"/>
            <a:pathLst>
              <a:path w="4965454" h="2850009">
                <a:moveTo>
                  <a:pt x="0" y="0"/>
                </a:moveTo>
                <a:lnTo>
                  <a:pt x="4965454" y="0"/>
                </a:lnTo>
                <a:lnTo>
                  <a:pt x="4965454" y="2850009"/>
                </a:lnTo>
                <a:lnTo>
                  <a:pt x="0" y="28500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8" r="-170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2167305" y="2998284"/>
            <a:ext cx="5283240" cy="2971822"/>
          </a:xfrm>
          <a:custGeom>
            <a:avLst/>
            <a:gdLst/>
            <a:ahLst/>
            <a:cxnLst/>
            <a:rect l="l" t="t" r="r" b="b"/>
            <a:pathLst>
              <a:path w="5283240" h="2971822">
                <a:moveTo>
                  <a:pt x="0" y="0"/>
                </a:moveTo>
                <a:lnTo>
                  <a:pt x="5283239" y="0"/>
                </a:lnTo>
                <a:lnTo>
                  <a:pt x="5283239" y="2971823"/>
                </a:lnTo>
                <a:lnTo>
                  <a:pt x="0" y="2971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783187" y="6817106"/>
            <a:ext cx="5147145" cy="2895269"/>
          </a:xfrm>
          <a:custGeom>
            <a:avLst/>
            <a:gdLst/>
            <a:ahLst/>
            <a:cxnLst/>
            <a:rect l="l" t="t" r="r" b="b"/>
            <a:pathLst>
              <a:path w="5147145" h="2895269">
                <a:moveTo>
                  <a:pt x="0" y="0"/>
                </a:moveTo>
                <a:lnTo>
                  <a:pt x="5147145" y="0"/>
                </a:lnTo>
                <a:lnTo>
                  <a:pt x="5147145" y="2895269"/>
                </a:lnTo>
                <a:lnTo>
                  <a:pt x="0" y="2895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6125928" y="6804058"/>
            <a:ext cx="5101573" cy="2921365"/>
          </a:xfrm>
          <a:custGeom>
            <a:avLst/>
            <a:gdLst/>
            <a:ahLst/>
            <a:cxnLst/>
            <a:rect l="l" t="t" r="r" b="b"/>
            <a:pathLst>
              <a:path w="5101573" h="2921365">
                <a:moveTo>
                  <a:pt x="0" y="0"/>
                </a:moveTo>
                <a:lnTo>
                  <a:pt x="5101573" y="0"/>
                </a:lnTo>
                <a:lnTo>
                  <a:pt x="5101573" y="2921366"/>
                </a:lnTo>
                <a:lnTo>
                  <a:pt x="0" y="29213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80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2342" y="27085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spcBef>
                <a:spcPct val="0"/>
              </a:spcBef>
              <a:buAutoNum type="arabicPeriod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MAIN MENU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00759" y="2706865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2. MEMORICE-INTERFAZ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08440" y="2708922"/>
            <a:ext cx="9270440" cy="35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3. TRAZA MI CAMINO-INTERFAZ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2342" y="6131007"/>
            <a:ext cx="5641415" cy="63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4. SECUENCIA DE COLORES -INTERFAZ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25928" y="6417553"/>
            <a:ext cx="5641415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5. RANKING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12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390188"/>
            <a:ext cx="4788664" cy="966191"/>
            <a:chOff x="0" y="0"/>
            <a:chExt cx="6384885" cy="128825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895488" y="4878833"/>
            <a:ext cx="4105545" cy="2829094"/>
          </a:xfrm>
          <a:custGeom>
            <a:avLst/>
            <a:gdLst/>
            <a:ahLst/>
            <a:cxnLst/>
            <a:rect l="l" t="t" r="r" b="b"/>
            <a:pathLst>
              <a:path w="4105545" h="2829094">
                <a:moveTo>
                  <a:pt x="0" y="0"/>
                </a:moveTo>
                <a:lnTo>
                  <a:pt x="4105546" y="0"/>
                </a:lnTo>
                <a:lnTo>
                  <a:pt x="4105546" y="2829094"/>
                </a:lnTo>
                <a:lnTo>
                  <a:pt x="0" y="2829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3976771" y="4926022"/>
            <a:ext cx="2781905" cy="2781905"/>
          </a:xfrm>
          <a:custGeom>
            <a:avLst/>
            <a:gdLst/>
            <a:ahLst/>
            <a:cxnLst/>
            <a:rect l="l" t="t" r="r" b="b"/>
            <a:pathLst>
              <a:path w="2781905" h="2781905">
                <a:moveTo>
                  <a:pt x="0" y="0"/>
                </a:moveTo>
                <a:lnTo>
                  <a:pt x="2781905" y="0"/>
                </a:lnTo>
                <a:lnTo>
                  <a:pt x="2781905" y="2781905"/>
                </a:lnTo>
                <a:lnTo>
                  <a:pt x="0" y="2781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 rot="-546048">
            <a:off x="6849670" y="4601697"/>
            <a:ext cx="3430556" cy="3430556"/>
          </a:xfrm>
          <a:custGeom>
            <a:avLst/>
            <a:gdLst/>
            <a:ahLst/>
            <a:cxnLst/>
            <a:rect l="l" t="t" r="r" b="b"/>
            <a:pathLst>
              <a:path w="3430556" h="3430556">
                <a:moveTo>
                  <a:pt x="0" y="0"/>
                </a:moveTo>
                <a:lnTo>
                  <a:pt x="3430556" y="0"/>
                </a:lnTo>
                <a:lnTo>
                  <a:pt x="3430556" y="3430556"/>
                </a:lnTo>
                <a:lnTo>
                  <a:pt x="0" y="34305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 rot="945222">
            <a:off x="8757730" y="4695504"/>
            <a:ext cx="3544424" cy="3544424"/>
          </a:xfrm>
          <a:custGeom>
            <a:avLst/>
            <a:gdLst/>
            <a:ahLst/>
            <a:cxnLst/>
            <a:rect l="l" t="t" r="r" b="b"/>
            <a:pathLst>
              <a:path w="3544424" h="3544424">
                <a:moveTo>
                  <a:pt x="0" y="0"/>
                </a:moveTo>
                <a:lnTo>
                  <a:pt x="3544424" y="0"/>
                </a:lnTo>
                <a:lnTo>
                  <a:pt x="3544424" y="3544424"/>
                </a:lnTo>
                <a:lnTo>
                  <a:pt x="0" y="35444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6745248" y="5143500"/>
            <a:ext cx="5373829" cy="3246688"/>
          </a:xfrm>
          <a:custGeom>
            <a:avLst/>
            <a:gdLst/>
            <a:ahLst/>
            <a:cxnLst/>
            <a:rect l="l" t="t" r="r" b="b"/>
            <a:pathLst>
              <a:path w="5373829" h="3246688">
                <a:moveTo>
                  <a:pt x="0" y="0"/>
                </a:moveTo>
                <a:lnTo>
                  <a:pt x="5373829" y="0"/>
                </a:lnTo>
                <a:lnTo>
                  <a:pt x="5373829" y="3246688"/>
                </a:lnTo>
                <a:lnTo>
                  <a:pt x="0" y="32466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2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3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504705"/>
            <a:ext cx="17259300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CARACTERISTICAS Y FUNCIONES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2963602"/>
            <a:ext cx="5839122" cy="92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MENÚ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67822" y="2918834"/>
            <a:ext cx="5128682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MINIJUEGOS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05056" y="2918834"/>
            <a:ext cx="4454244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RANKING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3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PRUEBAS CON PACIENTES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0989" y="28990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PRUEBAS CON NUEVE PERSONAS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0989" y="3460900"/>
            <a:ext cx="9270440" cy="120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ENTRE 65 Y 86 AÑOS.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ALGUNOS CON DISCAPACIDADES FÍSICAS Y/O VISUALES.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LES GUSTARON.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475264" y="8390188"/>
            <a:ext cx="4788664" cy="966191"/>
            <a:chOff x="0" y="0"/>
            <a:chExt cx="6384885" cy="1288254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9953200" y="2664179"/>
            <a:ext cx="7634678" cy="5726009"/>
          </a:xfrm>
          <a:custGeom>
            <a:avLst/>
            <a:gdLst/>
            <a:ahLst/>
            <a:cxnLst/>
            <a:rect l="l" t="t" r="r" b="b"/>
            <a:pathLst>
              <a:path w="7634678" h="5726009">
                <a:moveTo>
                  <a:pt x="0" y="0"/>
                </a:moveTo>
                <a:lnTo>
                  <a:pt x="7634678" y="0"/>
                </a:lnTo>
                <a:lnTo>
                  <a:pt x="7634678" y="5726009"/>
                </a:lnTo>
                <a:lnTo>
                  <a:pt x="0" y="57260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3475264" y="8292109"/>
            <a:ext cx="4788664" cy="893165"/>
            <a:chOff x="0" y="0"/>
            <a:chExt cx="6384885" cy="119088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190887"/>
              <a:chOff x="0" y="0"/>
              <a:chExt cx="701809" cy="13089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30899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30899">
                    <a:moveTo>
                      <a:pt x="65450" y="0"/>
                    </a:moveTo>
                    <a:lnTo>
                      <a:pt x="636360" y="0"/>
                    </a:lnTo>
                    <a:cubicBezTo>
                      <a:pt x="672506" y="0"/>
                      <a:pt x="701809" y="29303"/>
                      <a:pt x="701809" y="65450"/>
                    </a:cubicBezTo>
                    <a:lnTo>
                      <a:pt x="701809" y="65450"/>
                    </a:lnTo>
                    <a:cubicBezTo>
                      <a:pt x="701809" y="101596"/>
                      <a:pt x="672506" y="130899"/>
                      <a:pt x="636360" y="130899"/>
                    </a:cubicBezTo>
                    <a:lnTo>
                      <a:pt x="65450" y="130899"/>
                    </a:lnTo>
                    <a:cubicBezTo>
                      <a:pt x="29303" y="130899"/>
                      <a:pt x="0" y="101596"/>
                      <a:pt x="0" y="65450"/>
                    </a:cubicBezTo>
                    <a:lnTo>
                      <a:pt x="0" y="65450"/>
                    </a:lnTo>
                    <a:cubicBezTo>
                      <a:pt x="0" y="29303"/>
                      <a:pt x="29303" y="0"/>
                      <a:pt x="65450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78524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75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4"/>
                </a:lnSpc>
                <a:spcBef>
                  <a:spcPct val="0"/>
                </a:spcBef>
              </a:pPr>
              <a:r>
                <a:rPr lang="en-US" sz="32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SIGUIENTE NIVEL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5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35695" y="1516329"/>
            <a:ext cx="3267633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KPI’S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950" y="3956683"/>
            <a:ext cx="5839122" cy="92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CANTIDAD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4793" y="2872291"/>
            <a:ext cx="5128682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RECIBIMIENTO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953000"/>
            <a:ext cx="5839122" cy="92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CALIDAD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9950" y="5949317"/>
            <a:ext cx="5839122" cy="92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ERRORES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9635089" y="2315346"/>
            <a:ext cx="8270900" cy="5503908"/>
          </a:xfrm>
          <a:custGeom>
            <a:avLst/>
            <a:gdLst/>
            <a:ahLst/>
            <a:cxnLst/>
            <a:rect l="l" t="t" r="r" b="b"/>
            <a:pathLst>
              <a:path w="8270900" h="5503908">
                <a:moveTo>
                  <a:pt x="0" y="0"/>
                </a:moveTo>
                <a:lnTo>
                  <a:pt x="8270900" y="0"/>
                </a:lnTo>
                <a:lnTo>
                  <a:pt x="8270900" y="5503908"/>
                </a:lnTo>
                <a:lnTo>
                  <a:pt x="0" y="55039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21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3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4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741045" y="6007217"/>
            <a:ext cx="2080239" cy="2080239"/>
          </a:xfrm>
          <a:custGeom>
            <a:avLst/>
            <a:gdLst/>
            <a:ahLst/>
            <a:cxnLst/>
            <a:rect l="l" t="t" r="r" b="b"/>
            <a:pathLst>
              <a:path w="2080239" h="2080239">
                <a:moveTo>
                  <a:pt x="0" y="0"/>
                </a:moveTo>
                <a:lnTo>
                  <a:pt x="2080239" y="0"/>
                </a:lnTo>
                <a:lnTo>
                  <a:pt x="2080239" y="2080239"/>
                </a:lnTo>
                <a:lnTo>
                  <a:pt x="0" y="2080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891945" y="5143500"/>
            <a:ext cx="4245416" cy="3905783"/>
          </a:xfrm>
          <a:custGeom>
            <a:avLst/>
            <a:gdLst/>
            <a:ahLst/>
            <a:cxnLst/>
            <a:rect l="l" t="t" r="r" b="b"/>
            <a:pathLst>
              <a:path w="4245416" h="3905783">
                <a:moveTo>
                  <a:pt x="0" y="0"/>
                </a:moveTo>
                <a:lnTo>
                  <a:pt x="4245416" y="0"/>
                </a:lnTo>
                <a:lnTo>
                  <a:pt x="4245416" y="3905783"/>
                </a:lnTo>
                <a:lnTo>
                  <a:pt x="0" y="39057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 rot="812347">
            <a:off x="5454548" y="5159830"/>
            <a:ext cx="2678060" cy="2678060"/>
          </a:xfrm>
          <a:custGeom>
            <a:avLst/>
            <a:gdLst/>
            <a:ahLst/>
            <a:cxnLst/>
            <a:rect l="l" t="t" r="r" b="b"/>
            <a:pathLst>
              <a:path w="2678060" h="2678060">
                <a:moveTo>
                  <a:pt x="0" y="0"/>
                </a:moveTo>
                <a:lnTo>
                  <a:pt x="2678061" y="0"/>
                </a:lnTo>
                <a:lnTo>
                  <a:pt x="2678061" y="2678061"/>
                </a:lnTo>
                <a:lnTo>
                  <a:pt x="0" y="2678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 rot="-617519">
            <a:off x="6980725" y="6387838"/>
            <a:ext cx="2302284" cy="2302284"/>
          </a:xfrm>
          <a:custGeom>
            <a:avLst/>
            <a:gdLst/>
            <a:ahLst/>
            <a:cxnLst/>
            <a:rect l="l" t="t" r="r" b="b"/>
            <a:pathLst>
              <a:path w="2302284" h="2302284">
                <a:moveTo>
                  <a:pt x="0" y="0"/>
                </a:moveTo>
                <a:lnTo>
                  <a:pt x="2302284" y="0"/>
                </a:lnTo>
                <a:lnTo>
                  <a:pt x="2302284" y="2302284"/>
                </a:lnTo>
                <a:lnTo>
                  <a:pt x="0" y="2302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2981981" y="4547679"/>
            <a:ext cx="4947528" cy="3902363"/>
          </a:xfrm>
          <a:custGeom>
            <a:avLst/>
            <a:gdLst/>
            <a:ahLst/>
            <a:cxnLst/>
            <a:rect l="l" t="t" r="r" b="b"/>
            <a:pathLst>
              <a:path w="4947528" h="3902363">
                <a:moveTo>
                  <a:pt x="0" y="0"/>
                </a:moveTo>
                <a:lnTo>
                  <a:pt x="4947528" y="0"/>
                </a:lnTo>
                <a:lnTo>
                  <a:pt x="4947528" y="3902363"/>
                </a:lnTo>
                <a:lnTo>
                  <a:pt x="0" y="3902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028700" y="1504705"/>
            <a:ext cx="17259300" cy="99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5525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TECNOLOGIA UTILIADA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85096" y="2850254"/>
            <a:ext cx="3504990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FRONT-END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00335" y="2850254"/>
            <a:ext cx="2847765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BACK-END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8350" y="2850254"/>
            <a:ext cx="4454244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BASE DE DATOS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75264" y="2850254"/>
            <a:ext cx="4454244" cy="101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MODELO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10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830989" y="1202839"/>
            <a:ext cx="1293955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DOCUMENTACIÓN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259434" y="823398"/>
            <a:ext cx="2908619" cy="1919876"/>
            <a:chOff x="0" y="0"/>
            <a:chExt cx="3878159" cy="2559834"/>
          </a:xfrm>
        </p:grpSpPr>
        <p:sp>
          <p:nvSpPr>
            <p:cNvPr id="9" name="Freeform 9"/>
            <p:cNvSpPr/>
            <p:nvPr/>
          </p:nvSpPr>
          <p:spPr>
            <a:xfrm rot="10673339">
              <a:off x="1606367" y="40489"/>
              <a:ext cx="2235468" cy="2013379"/>
            </a:xfrm>
            <a:custGeom>
              <a:avLst/>
              <a:gdLst/>
              <a:ahLst/>
              <a:cxnLst/>
              <a:rect l="l" t="t" r="r" b="b"/>
              <a:pathLst>
                <a:path w="2235468" h="2013379">
                  <a:moveTo>
                    <a:pt x="0" y="0"/>
                  </a:moveTo>
                  <a:lnTo>
                    <a:pt x="2235468" y="0"/>
                  </a:lnTo>
                  <a:lnTo>
                    <a:pt x="2235468" y="2013379"/>
                  </a:lnTo>
                  <a:lnTo>
                    <a:pt x="0" y="2013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144544"/>
              <a:ext cx="3878159" cy="415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Game Station Condensed"/>
                  <a:ea typeface="Game Station Condensed"/>
                  <a:cs typeface="Game Station Condensed"/>
                  <a:sym typeface="Game Station Condensed"/>
                </a:rPr>
                <a:t>VER REPOSITORIO COMPLETO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11981" y="7023544"/>
            <a:ext cx="9031161" cy="3263456"/>
          </a:xfrm>
          <a:custGeom>
            <a:avLst/>
            <a:gdLst/>
            <a:ahLst/>
            <a:cxnLst/>
            <a:rect l="l" t="t" r="r" b="b"/>
            <a:pathLst>
              <a:path w="9031161" h="3263456">
                <a:moveTo>
                  <a:pt x="0" y="0"/>
                </a:moveTo>
                <a:lnTo>
                  <a:pt x="9031161" y="0"/>
                </a:lnTo>
                <a:lnTo>
                  <a:pt x="9031161" y="3263456"/>
                </a:lnTo>
                <a:lnTo>
                  <a:pt x="0" y="326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8530697" y="3217907"/>
            <a:ext cx="5448154" cy="5437365"/>
          </a:xfrm>
          <a:custGeom>
            <a:avLst/>
            <a:gdLst/>
            <a:ahLst/>
            <a:cxnLst/>
            <a:rect l="l" t="t" r="r" b="b"/>
            <a:pathLst>
              <a:path w="5448154" h="5437365">
                <a:moveTo>
                  <a:pt x="0" y="0"/>
                </a:moveTo>
                <a:lnTo>
                  <a:pt x="5448154" y="0"/>
                </a:lnTo>
                <a:lnTo>
                  <a:pt x="5448154" y="5437365"/>
                </a:lnTo>
                <a:lnTo>
                  <a:pt x="0" y="5437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811981" y="3288115"/>
            <a:ext cx="7886989" cy="3046350"/>
          </a:xfrm>
          <a:custGeom>
            <a:avLst/>
            <a:gdLst/>
            <a:ahLst/>
            <a:cxnLst/>
            <a:rect l="l" t="t" r="r" b="b"/>
            <a:pathLst>
              <a:path w="7886989" h="3046350">
                <a:moveTo>
                  <a:pt x="0" y="0"/>
                </a:moveTo>
                <a:lnTo>
                  <a:pt x="7886989" y="0"/>
                </a:lnTo>
                <a:lnTo>
                  <a:pt x="7886989" y="3046350"/>
                </a:lnTo>
                <a:lnTo>
                  <a:pt x="0" y="3046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2342" y="2618086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19" lvl="1" indent="-267060" algn="l">
              <a:lnSpc>
                <a:spcPts val="2300"/>
              </a:lnSpc>
              <a:spcBef>
                <a:spcPct val="0"/>
              </a:spcBef>
              <a:buAutoNum type="arabicPeriod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ENTRNAR_MODELO.PY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98970" y="2708524"/>
            <a:ext cx="927044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2. BASE DE DATOS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0989" y="6671218"/>
            <a:ext cx="2898215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3.URLS.PY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75264" y="8292109"/>
            <a:ext cx="4788664" cy="893165"/>
            <a:chOff x="0" y="0"/>
            <a:chExt cx="6384885" cy="119088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384885" cy="1190887"/>
              <a:chOff x="0" y="0"/>
              <a:chExt cx="701809" cy="1308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01809" cy="130899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30899">
                    <a:moveTo>
                      <a:pt x="65450" y="0"/>
                    </a:moveTo>
                    <a:lnTo>
                      <a:pt x="636360" y="0"/>
                    </a:lnTo>
                    <a:cubicBezTo>
                      <a:pt x="672506" y="0"/>
                      <a:pt x="701809" y="29303"/>
                      <a:pt x="701809" y="65450"/>
                    </a:cubicBezTo>
                    <a:lnTo>
                      <a:pt x="701809" y="65450"/>
                    </a:lnTo>
                    <a:cubicBezTo>
                      <a:pt x="701809" y="101596"/>
                      <a:pt x="672506" y="130899"/>
                      <a:pt x="636360" y="130899"/>
                    </a:cubicBezTo>
                    <a:lnTo>
                      <a:pt x="65450" y="130899"/>
                    </a:lnTo>
                    <a:cubicBezTo>
                      <a:pt x="29303" y="130899"/>
                      <a:pt x="0" y="101596"/>
                      <a:pt x="0" y="65450"/>
                    </a:cubicBezTo>
                    <a:lnTo>
                      <a:pt x="0" y="65450"/>
                    </a:lnTo>
                    <a:cubicBezTo>
                      <a:pt x="0" y="29303"/>
                      <a:pt x="29303" y="0"/>
                      <a:pt x="65450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01809" cy="178524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79560" y="283553"/>
              <a:ext cx="4903062" cy="758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94"/>
                </a:lnSpc>
                <a:spcBef>
                  <a:spcPct val="0"/>
                </a:spcBef>
              </a:pPr>
              <a:r>
                <a:rPr lang="en-US" sz="32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10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SIGUIENTE NIVEL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873169" y="3982684"/>
            <a:ext cx="3308296" cy="235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DATOS: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APODO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EDAD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PATOLOGÍAS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CLICS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PUNTUAJE</a:t>
            </a:r>
          </a:p>
          <a:p>
            <a:pPr marL="534119" lvl="1" indent="-267060" algn="l">
              <a:lnSpc>
                <a:spcPts val="2300"/>
              </a:lnSpc>
              <a:buFont typeface="Arial"/>
              <a:buChar char="•"/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TIEMPO DE RESPUESTA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80669" y="4976862"/>
            <a:ext cx="287700" cy="35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473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836895" y="2811972"/>
            <a:ext cx="12444024" cy="6999764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6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7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VIDEO DEMOSTRATIVO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475264" y="8292109"/>
            <a:ext cx="4788664" cy="966191"/>
            <a:chOff x="0" y="0"/>
            <a:chExt cx="6384885" cy="1288254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384885" cy="1288254"/>
              <a:chOff x="0" y="0"/>
              <a:chExt cx="701809" cy="1416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01809" cy="141601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41601">
                    <a:moveTo>
                      <a:pt x="70801" y="0"/>
                    </a:moveTo>
                    <a:lnTo>
                      <a:pt x="631008" y="0"/>
                    </a:lnTo>
                    <a:cubicBezTo>
                      <a:pt x="670111" y="0"/>
                      <a:pt x="701809" y="31699"/>
                      <a:pt x="701809" y="70801"/>
                    </a:cubicBezTo>
                    <a:lnTo>
                      <a:pt x="701809" y="70801"/>
                    </a:lnTo>
                    <a:cubicBezTo>
                      <a:pt x="701809" y="89578"/>
                      <a:pt x="694350" y="107587"/>
                      <a:pt x="681072" y="120864"/>
                    </a:cubicBezTo>
                    <a:cubicBezTo>
                      <a:pt x="667794" y="134142"/>
                      <a:pt x="649786" y="141601"/>
                      <a:pt x="631008" y="141601"/>
                    </a:cubicBezTo>
                    <a:lnTo>
                      <a:pt x="70801" y="141601"/>
                    </a:lnTo>
                    <a:cubicBezTo>
                      <a:pt x="31699" y="141601"/>
                      <a:pt x="0" y="109903"/>
                      <a:pt x="0" y="70801"/>
                    </a:cubicBezTo>
                    <a:lnTo>
                      <a:pt x="0" y="70801"/>
                    </a:lnTo>
                    <a:cubicBezTo>
                      <a:pt x="0" y="31699"/>
                      <a:pt x="31699" y="0"/>
                      <a:pt x="70801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701809" cy="189226"/>
              </a:xfrm>
              <a:prstGeom prst="rect">
                <a:avLst/>
              </a:prstGeom>
            </p:spPr>
            <p:txBody>
              <a:bodyPr lIns="54099" tIns="54099" rIns="54099" bIns="54099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79560" y="283553"/>
              <a:ext cx="4903062" cy="873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4"/>
                </a:lnSpc>
                <a:spcBef>
                  <a:spcPct val="0"/>
                </a:spcBef>
              </a:pPr>
              <a:r>
                <a:rPr lang="en-US" sz="37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8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➜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60183" y="517646"/>
            <a:ext cx="428184" cy="305753"/>
            <a:chOff x="0" y="0"/>
            <a:chExt cx="570912" cy="407670"/>
          </a:xfrm>
        </p:grpSpPr>
        <p:sp>
          <p:nvSpPr>
            <p:cNvPr id="3" name="AutoShape 3"/>
            <p:cNvSpPr/>
            <p:nvPr/>
          </p:nvSpPr>
          <p:spPr>
            <a:xfrm>
              <a:off x="0" y="2540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2044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382270"/>
              <a:ext cx="57091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2973392" y="8525159"/>
            <a:ext cx="4788664" cy="843635"/>
            <a:chOff x="0" y="0"/>
            <a:chExt cx="6384885" cy="112484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384885" cy="1124847"/>
              <a:chOff x="0" y="0"/>
              <a:chExt cx="701809" cy="12364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01809" cy="123640"/>
              </a:xfrm>
              <a:custGeom>
                <a:avLst/>
                <a:gdLst/>
                <a:ahLst/>
                <a:cxnLst/>
                <a:rect l="l" t="t" r="r" b="b"/>
                <a:pathLst>
                  <a:path w="701809" h="123640">
                    <a:moveTo>
                      <a:pt x="61820" y="0"/>
                    </a:moveTo>
                    <a:lnTo>
                      <a:pt x="639989" y="0"/>
                    </a:lnTo>
                    <a:cubicBezTo>
                      <a:pt x="656385" y="0"/>
                      <a:pt x="672109" y="6513"/>
                      <a:pt x="683702" y="18107"/>
                    </a:cubicBezTo>
                    <a:cubicBezTo>
                      <a:pt x="695296" y="29700"/>
                      <a:pt x="701809" y="45424"/>
                      <a:pt x="701809" y="61820"/>
                    </a:cubicBezTo>
                    <a:lnTo>
                      <a:pt x="701809" y="61820"/>
                    </a:lnTo>
                    <a:cubicBezTo>
                      <a:pt x="701809" y="78216"/>
                      <a:pt x="695296" y="93940"/>
                      <a:pt x="683702" y="105533"/>
                    </a:cubicBezTo>
                    <a:cubicBezTo>
                      <a:pt x="672109" y="117127"/>
                      <a:pt x="656385" y="123640"/>
                      <a:pt x="639989" y="123640"/>
                    </a:cubicBezTo>
                    <a:lnTo>
                      <a:pt x="61820" y="123640"/>
                    </a:lnTo>
                    <a:cubicBezTo>
                      <a:pt x="45424" y="123640"/>
                      <a:pt x="29700" y="117127"/>
                      <a:pt x="18107" y="105533"/>
                    </a:cubicBezTo>
                    <a:cubicBezTo>
                      <a:pt x="6513" y="93940"/>
                      <a:pt x="0" y="78216"/>
                      <a:pt x="0" y="61820"/>
                    </a:cubicBezTo>
                    <a:lnTo>
                      <a:pt x="0" y="61820"/>
                    </a:lnTo>
                    <a:cubicBezTo>
                      <a:pt x="0" y="45424"/>
                      <a:pt x="6513" y="29700"/>
                      <a:pt x="18107" y="18107"/>
                    </a:cubicBezTo>
                    <a:cubicBezTo>
                      <a:pt x="29700" y="6513"/>
                      <a:pt x="45424" y="0"/>
                      <a:pt x="61820" y="0"/>
                    </a:cubicBezTo>
                    <a:close/>
                  </a:path>
                </a:pathLst>
              </a:custGeom>
              <a:solidFill>
                <a:srgbClr val="151D34"/>
              </a:solidFill>
              <a:ln w="6667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701809" cy="1712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79560" y="283553"/>
              <a:ext cx="4903062" cy="691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74"/>
                </a:lnSpc>
                <a:spcBef>
                  <a:spcPct val="0"/>
                </a:spcBef>
              </a:pPr>
              <a:r>
                <a:rPr lang="en-US" sz="2981" dirty="0">
                  <a:solidFill>
                    <a:schemeClr val="bg1"/>
                  </a:solidFill>
                  <a:latin typeface="League Spartan"/>
                  <a:ea typeface="League Spartan"/>
                  <a:cs typeface="League Spartan"/>
                  <a:sym typeface="League Spartan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FINALIZAR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962697" y="3294879"/>
            <a:ext cx="4069911" cy="4114800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483887" y="7080734"/>
            <a:ext cx="2753704" cy="2574713"/>
          </a:xfrm>
          <a:custGeom>
            <a:avLst/>
            <a:gdLst/>
            <a:ahLst/>
            <a:cxnLst/>
            <a:rect l="l" t="t" r="r" b="b"/>
            <a:pathLst>
              <a:path w="2753704" h="2574713">
                <a:moveTo>
                  <a:pt x="0" y="0"/>
                </a:moveTo>
                <a:lnTo>
                  <a:pt x="2753704" y="0"/>
                </a:lnTo>
                <a:lnTo>
                  <a:pt x="2753704" y="2574713"/>
                </a:lnTo>
                <a:lnTo>
                  <a:pt x="0" y="2574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7260" y="1325337"/>
            <a:ext cx="17533480" cy="14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34"/>
              </a:lnSpc>
            </a:pPr>
            <a:r>
              <a:rPr lang="en-US" sz="8596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PROYECCIONES FUTURAS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7188" y="455205"/>
            <a:ext cx="2990403" cy="736387"/>
          </a:xfrm>
          <a:custGeom>
            <a:avLst/>
            <a:gdLst/>
            <a:ahLst/>
            <a:cxnLst/>
            <a:rect l="l" t="t" r="r" b="b"/>
            <a:pathLst>
              <a:path w="2990403" h="736387">
                <a:moveTo>
                  <a:pt x="0" y="0"/>
                </a:moveTo>
                <a:lnTo>
                  <a:pt x="2990403" y="0"/>
                </a:lnTo>
                <a:lnTo>
                  <a:pt x="2990403" y="736386"/>
                </a:lnTo>
                <a:lnTo>
                  <a:pt x="0" y="736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015517" y="3862623"/>
            <a:ext cx="13595655" cy="182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3"/>
              </a:lnSpc>
            </a:pPr>
            <a:r>
              <a:rPr lang="en-US" sz="7208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juego finalizado,</a:t>
            </a:r>
          </a:p>
          <a:p>
            <a:pPr marL="0" lvl="0" indent="0" algn="ctr">
              <a:lnSpc>
                <a:spcPts val="6703"/>
              </a:lnSpc>
              <a:spcBef>
                <a:spcPct val="0"/>
              </a:spcBef>
            </a:pPr>
            <a:r>
              <a:rPr lang="en-US" sz="7208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¡Gracias por jugar!</a:t>
            </a:r>
          </a:p>
        </p:txBody>
      </p:sp>
      <p:sp>
        <p:nvSpPr>
          <p:cNvPr id="4" name="Freeform 4"/>
          <p:cNvSpPr/>
          <p:nvPr/>
        </p:nvSpPr>
        <p:spPr>
          <a:xfrm rot="-10438255" flipH="1">
            <a:off x="13971714" y="4787413"/>
            <a:ext cx="2213570" cy="1807078"/>
          </a:xfrm>
          <a:custGeom>
            <a:avLst/>
            <a:gdLst/>
            <a:ahLst/>
            <a:cxnLst/>
            <a:rect l="l" t="t" r="r" b="b"/>
            <a:pathLst>
              <a:path w="2213570" h="1807078">
                <a:moveTo>
                  <a:pt x="2213570" y="0"/>
                </a:moveTo>
                <a:lnTo>
                  <a:pt x="0" y="0"/>
                </a:lnTo>
                <a:lnTo>
                  <a:pt x="0" y="1807078"/>
                </a:lnTo>
                <a:lnTo>
                  <a:pt x="2213570" y="1807078"/>
                </a:lnTo>
                <a:lnTo>
                  <a:pt x="22135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AutoShape 5">
            <a:hlinkClick r:id="rId5" action="ppaction://hlinksldjump"/>
          </p:cNvPr>
          <p:cNvSpPr/>
          <p:nvPr/>
        </p:nvSpPr>
        <p:spPr>
          <a:xfrm>
            <a:off x="17260183" y="536696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>
            <a:hlinkClick r:id="rId5" action="ppaction://hlinksldjump"/>
          </p:cNvPr>
          <p:cNvSpPr/>
          <p:nvPr/>
        </p:nvSpPr>
        <p:spPr>
          <a:xfrm>
            <a:off x="17260183" y="670998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>
            <a:hlinkClick r:id="rId5" action="ppaction://hlinksldjump"/>
          </p:cNvPr>
          <p:cNvSpPr/>
          <p:nvPr/>
        </p:nvSpPr>
        <p:spPr>
          <a:xfrm>
            <a:off x="17260183" y="804348"/>
            <a:ext cx="42818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rot="-1580702">
            <a:off x="945396" y="4651962"/>
            <a:ext cx="2140241" cy="2077979"/>
          </a:xfrm>
          <a:custGeom>
            <a:avLst/>
            <a:gdLst/>
            <a:ahLst/>
            <a:cxnLst/>
            <a:rect l="l" t="t" r="r" b="b"/>
            <a:pathLst>
              <a:path w="2140241" h="2077979">
                <a:moveTo>
                  <a:pt x="0" y="0"/>
                </a:moveTo>
                <a:lnTo>
                  <a:pt x="2140241" y="0"/>
                </a:lnTo>
                <a:lnTo>
                  <a:pt x="2140241" y="2077980"/>
                </a:lnTo>
                <a:lnTo>
                  <a:pt x="0" y="2077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377053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8" tooltip="https://www.canva.com/design/DAG0Tdt38CQ/BXnRTRTODwvallf9Sl7uAw/ed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MOCKUP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71199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9" tooltip="https://github.com/socartagena02/AgeUp_Game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3744" y="497643"/>
            <a:ext cx="13079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</a:rPr>
              <a:t>|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67305" y="497643"/>
            <a:ext cx="1307960" cy="29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chemeClr val="bg1"/>
                </a:solidFill>
                <a:latin typeface="Game Station Condensed"/>
                <a:ea typeface="Game Station Condensed"/>
                <a:cs typeface="Game Station Condensed"/>
                <a:sym typeface="Game Station Condensed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298</Words>
  <Application>Microsoft Office PowerPoint</Application>
  <PresentationFormat>Personalizado</PresentationFormat>
  <Paragraphs>157</Paragraphs>
  <Slides>19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Game Station Condensed</vt:lpstr>
      <vt:lpstr>Calibri</vt:lpstr>
      <vt:lpstr>Arial</vt:lpstr>
      <vt:lpstr>Arcade Gamer</vt:lpstr>
      <vt:lpstr>League Spartan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Presentacion_Proyecto</dc:title>
  <cp:lastModifiedBy>sofia paz cartagena castro</cp:lastModifiedBy>
  <cp:revision>1</cp:revision>
  <dcterms:created xsi:type="dcterms:W3CDTF">2006-08-16T00:00:00Z</dcterms:created>
  <dcterms:modified xsi:type="dcterms:W3CDTF">2025-11-25T18:30:29Z</dcterms:modified>
  <dc:identifier>DAG5MY1goiI</dc:identifier>
</cp:coreProperties>
</file>